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DM Sans Medium"/>
      <p:regular r:id="rId37"/>
      <p:bold r:id="rId38"/>
      <p:italic r:id="rId39"/>
      <p:boldItalic r:id="rId40"/>
    </p:embeddedFont>
    <p:embeddedFont>
      <p:font typeface="Caveat"/>
      <p:regular r:id="rId41"/>
      <p:bold r:id="rId42"/>
    </p:embeddedFont>
    <p:embeddedFont>
      <p:font typeface="Roboto"/>
      <p:regular r:id="rId43"/>
      <p:bold r:id="rId44"/>
      <p:italic r:id="rId45"/>
      <p:boldItalic r:id="rId46"/>
    </p:embeddedFont>
    <p:embeddedFont>
      <p:font typeface="Source Serif 4 Medium"/>
      <p:regular r:id="rId47"/>
      <p:bold r:id="rId48"/>
      <p:italic r:id="rId49"/>
      <p:boldItalic r:id="rId50"/>
    </p:embeddedFont>
    <p:embeddedFont>
      <p:font typeface="Source Serif 4 Black"/>
      <p:bold r:id="rId51"/>
      <p:boldItalic r:id="rId52"/>
    </p:embeddedFont>
    <p:embeddedFont>
      <p:font typeface="DM Sans SemiBold"/>
      <p:regular r:id="rId53"/>
      <p:bold r:id="rId54"/>
      <p:italic r:id="rId55"/>
      <p:boldItalic r:id="rId56"/>
    </p:embeddedFont>
    <p:embeddedFont>
      <p:font typeface="DM Sans Light"/>
      <p:regular r:id="rId57"/>
      <p:bold r:id="rId58"/>
      <p:italic r:id="rId59"/>
      <p:boldItalic r:id="rId60"/>
    </p:embeddedFont>
    <p:embeddedFont>
      <p:font typeface="DM Sans"/>
      <p:regular r:id="rId61"/>
      <p:bold r:id="rId62"/>
      <p:italic r:id="rId63"/>
      <p:boldItalic r:id="rId64"/>
    </p:embeddedFont>
    <p:embeddedFont>
      <p:font typeface="Source Serif 4 SemiBold"/>
      <p:regular r:id="rId65"/>
      <p:bold r:id="rId66"/>
      <p:italic r:id="rId67"/>
      <p:boldItalic r:id="rId68"/>
    </p:embeddedFont>
    <p:embeddedFont>
      <p:font typeface="Source Serif 4"/>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C15E30-1557-4629-8B5C-F45806FD9A62}">
  <a:tblStyle styleId="{87C15E30-1557-4629-8B5C-F45806FD9A6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8DD6597-415E-4AFD-98E4-7EE39D25321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DMSansMedium-boldItalic.fntdata"/><Relationship Id="rId42" Type="http://schemas.openxmlformats.org/officeDocument/2006/relationships/font" Target="fonts/Caveat-bold.fntdata"/><Relationship Id="rId41" Type="http://schemas.openxmlformats.org/officeDocument/2006/relationships/font" Target="fonts/Caveat-regular.fntdata"/><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ourceSerif4Medium-bold.fntdata"/><Relationship Id="rId47" Type="http://schemas.openxmlformats.org/officeDocument/2006/relationships/font" Target="fonts/SourceSerif4Medium-regular.fntdata"/><Relationship Id="rId49" Type="http://schemas.openxmlformats.org/officeDocument/2006/relationships/font" Target="fonts/SourceSerif4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SourceSerif4-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SourceSerif4-italic.fntdata"/><Relationship Id="rId70" Type="http://schemas.openxmlformats.org/officeDocument/2006/relationships/font" Target="fonts/SourceSerif4-bold.fntdata"/><Relationship Id="rId37" Type="http://schemas.openxmlformats.org/officeDocument/2006/relationships/font" Target="fonts/DMSansMedium-regular.fntdata"/><Relationship Id="rId36" Type="http://schemas.openxmlformats.org/officeDocument/2006/relationships/slide" Target="slides/slide31.xml"/><Relationship Id="rId39" Type="http://schemas.openxmlformats.org/officeDocument/2006/relationships/font" Target="fonts/DMSansMedium-italic.fntdata"/><Relationship Id="rId38" Type="http://schemas.openxmlformats.org/officeDocument/2006/relationships/font" Target="fonts/DMSansMedium-bold.fntdata"/><Relationship Id="rId62" Type="http://schemas.openxmlformats.org/officeDocument/2006/relationships/font" Target="fonts/DMSans-bold.fntdata"/><Relationship Id="rId61" Type="http://schemas.openxmlformats.org/officeDocument/2006/relationships/font" Target="fonts/DMSans-regular.fntdata"/><Relationship Id="rId20" Type="http://schemas.openxmlformats.org/officeDocument/2006/relationships/slide" Target="slides/slide15.xml"/><Relationship Id="rId64" Type="http://schemas.openxmlformats.org/officeDocument/2006/relationships/font" Target="fonts/DMSans-boldItalic.fntdata"/><Relationship Id="rId63" Type="http://schemas.openxmlformats.org/officeDocument/2006/relationships/font" Target="fonts/DMSans-italic.fntdata"/><Relationship Id="rId22" Type="http://schemas.openxmlformats.org/officeDocument/2006/relationships/slide" Target="slides/slide17.xml"/><Relationship Id="rId66" Type="http://schemas.openxmlformats.org/officeDocument/2006/relationships/font" Target="fonts/SourceSerif4SemiBold-bold.fntdata"/><Relationship Id="rId21" Type="http://schemas.openxmlformats.org/officeDocument/2006/relationships/slide" Target="slides/slide16.xml"/><Relationship Id="rId65" Type="http://schemas.openxmlformats.org/officeDocument/2006/relationships/font" Target="fonts/SourceSerif4SemiBold-regular.fntdata"/><Relationship Id="rId24" Type="http://schemas.openxmlformats.org/officeDocument/2006/relationships/slide" Target="slides/slide19.xml"/><Relationship Id="rId68" Type="http://schemas.openxmlformats.org/officeDocument/2006/relationships/font" Target="fonts/SourceSerif4SemiBold-boldItalic.fntdata"/><Relationship Id="rId23" Type="http://schemas.openxmlformats.org/officeDocument/2006/relationships/slide" Target="slides/slide18.xml"/><Relationship Id="rId67" Type="http://schemas.openxmlformats.org/officeDocument/2006/relationships/font" Target="fonts/SourceSerif4SemiBold-italic.fntdata"/><Relationship Id="rId60" Type="http://schemas.openxmlformats.org/officeDocument/2006/relationships/font" Target="fonts/DMSansLight-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SourceSerif4-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ourceSerif4Black-bold.fntdata"/><Relationship Id="rId50" Type="http://schemas.openxmlformats.org/officeDocument/2006/relationships/font" Target="fonts/SourceSerif4Medium-boldItalic.fntdata"/><Relationship Id="rId53" Type="http://schemas.openxmlformats.org/officeDocument/2006/relationships/font" Target="fonts/DMSansSemiBold-regular.fntdata"/><Relationship Id="rId52" Type="http://schemas.openxmlformats.org/officeDocument/2006/relationships/font" Target="fonts/SourceSerif4Black-boldItalic.fntdata"/><Relationship Id="rId11" Type="http://schemas.openxmlformats.org/officeDocument/2006/relationships/slide" Target="slides/slide6.xml"/><Relationship Id="rId55" Type="http://schemas.openxmlformats.org/officeDocument/2006/relationships/font" Target="fonts/DMSansSemiBold-italic.fntdata"/><Relationship Id="rId10" Type="http://schemas.openxmlformats.org/officeDocument/2006/relationships/slide" Target="slides/slide5.xml"/><Relationship Id="rId54" Type="http://schemas.openxmlformats.org/officeDocument/2006/relationships/font" Target="fonts/DMSansSemiBold-bold.fntdata"/><Relationship Id="rId13" Type="http://schemas.openxmlformats.org/officeDocument/2006/relationships/slide" Target="slides/slide8.xml"/><Relationship Id="rId57" Type="http://schemas.openxmlformats.org/officeDocument/2006/relationships/font" Target="fonts/DMSansLight-regular.fntdata"/><Relationship Id="rId12" Type="http://schemas.openxmlformats.org/officeDocument/2006/relationships/slide" Target="slides/slide7.xml"/><Relationship Id="rId56" Type="http://schemas.openxmlformats.org/officeDocument/2006/relationships/font" Target="fonts/DMSansSemiBold-boldItalic.fntdata"/><Relationship Id="rId15" Type="http://schemas.openxmlformats.org/officeDocument/2006/relationships/slide" Target="slides/slide10.xml"/><Relationship Id="rId59" Type="http://schemas.openxmlformats.org/officeDocument/2006/relationships/font" Target="fonts/DMSansLight-italic.fntdata"/><Relationship Id="rId14" Type="http://schemas.openxmlformats.org/officeDocument/2006/relationships/slide" Target="slides/slide9.xml"/><Relationship Id="rId58" Type="http://schemas.openxmlformats.org/officeDocument/2006/relationships/font" Target="fonts/DMSansLight-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c739961374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3c739961374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confidence, friendliness, </a:t>
            </a:r>
            <a:r>
              <a:rPr lang="en"/>
              <a:t>professionalism. Leverage every minute, even casual, to build relationships</a:t>
            </a:r>
            <a:endParaRPr/>
          </a:p>
          <a:p>
            <a:pPr indent="0" lvl="0" marL="0" rtl="0" algn="l">
              <a:spcBef>
                <a:spcPts val="0"/>
              </a:spcBef>
              <a:spcAft>
                <a:spcPts val="0"/>
              </a:spcAft>
              <a:buNone/>
            </a:pPr>
            <a:r>
              <a:rPr lang="en"/>
              <a:t>Remember that they are people, get to know them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d9952df4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d9952df4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43cc3d89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43cc3d89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1bbf006d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1bbf006d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1bbf006d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1bbf006d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1bbf006dd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1bbf006dd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1bbf006dd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1bbf006dd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1bbf006dd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d1bbf006dd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7f31fdc1d681b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7f31fdc1d681b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d1bbf006dd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d1bbf006dd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1bbf006dd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d1bbf006dd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3aaa2d8e6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d3aaa2d8e6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d43cc3d890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d43cc3d890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1bbf006dd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1bbf006dd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c739961374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c739961374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c739961374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c739961374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d1bbf006dd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d1bbf006dd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1bbf006dd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d1bbf006dd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da74dea15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da74dea15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298450" lvl="0" marL="457200" rtl="0" algn="l">
              <a:spcBef>
                <a:spcPts val="0"/>
              </a:spcBef>
              <a:spcAft>
                <a:spcPts val="0"/>
              </a:spcAft>
              <a:buClr>
                <a:srgbClr val="68F2D7"/>
              </a:buClr>
              <a:buSzPts val="1100"/>
              <a:buFont typeface="DM Sans"/>
              <a:buChar char="●"/>
            </a:pPr>
            <a:r>
              <a:rPr lang="en">
                <a:solidFill>
                  <a:srgbClr val="163C70"/>
                </a:solidFill>
                <a:latin typeface="DM Sans"/>
                <a:ea typeface="DM Sans"/>
                <a:cs typeface="DM Sans"/>
                <a:sym typeface="DM Sans"/>
              </a:rPr>
              <a:t>During the system set up, we will work hand in hand with your system administrator to set up the system</a:t>
            </a:r>
            <a:endParaRPr>
              <a:solidFill>
                <a:srgbClr val="163C70"/>
              </a:solidFill>
              <a:latin typeface="DM Sans"/>
              <a:ea typeface="DM Sans"/>
              <a:cs typeface="DM Sans"/>
              <a:sym typeface="DM Sans"/>
            </a:endParaRPr>
          </a:p>
          <a:p>
            <a:pPr indent="-298450" lvl="0" marL="457200" rtl="0" algn="l">
              <a:spcBef>
                <a:spcPts val="1000"/>
              </a:spcBef>
              <a:spcAft>
                <a:spcPts val="0"/>
              </a:spcAft>
              <a:buClr>
                <a:srgbClr val="68F2D7"/>
              </a:buClr>
              <a:buSzPts val="1100"/>
              <a:buFont typeface="DM Sans"/>
              <a:buChar char="●"/>
            </a:pPr>
            <a:r>
              <a:rPr lang="en">
                <a:solidFill>
                  <a:srgbClr val="163C70"/>
                </a:solidFill>
                <a:latin typeface="DM Sans"/>
                <a:ea typeface="DM Sans"/>
                <a:cs typeface="DM Sans"/>
                <a:sym typeface="DM Sans"/>
              </a:rPr>
              <a:t>We will work a predefined sprint cadence, and will schedule sprint review where we will share the latest and greatest with the wider team to validate the approach, get early feedback and adjust where needed</a:t>
            </a:r>
            <a:endParaRPr>
              <a:solidFill>
                <a:srgbClr val="163C70"/>
              </a:solidFill>
              <a:latin typeface="DM Sans"/>
              <a:ea typeface="DM Sans"/>
              <a:cs typeface="DM Sans"/>
              <a:sym typeface="DM Sans"/>
            </a:endParaRPr>
          </a:p>
          <a:p>
            <a:pPr indent="-298450" lvl="0" marL="457200" rtl="0" algn="l">
              <a:spcBef>
                <a:spcPts val="1000"/>
              </a:spcBef>
              <a:spcAft>
                <a:spcPts val="1000"/>
              </a:spcAft>
              <a:buClr>
                <a:srgbClr val="68F2D7"/>
              </a:buClr>
              <a:buSzPts val="1100"/>
              <a:buFont typeface="DM Sans"/>
              <a:buChar char="●"/>
            </a:pPr>
            <a:r>
              <a:rPr lang="en">
                <a:solidFill>
                  <a:srgbClr val="163C70"/>
                </a:solidFill>
                <a:latin typeface="DM Sans"/>
                <a:ea typeface="DM Sans"/>
                <a:cs typeface="DM Sans"/>
                <a:sym typeface="DM Sans"/>
              </a:rPr>
              <a:t>Steering committee</a:t>
            </a:r>
            <a:endParaRPr sz="7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d1bbf006dd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d1bbf006dd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d1bbf006dd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d1bbf006dd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d1bbf006dd_0_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d1bbf006dd_0_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d3dd067d7b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d3dd067d7b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g3d3dd067d7b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d1bbf006dd_0_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d1bbf006dd_0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c739961374_0_100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g3c739961374_0_1000:notes"/>
          <p:cNvSpPr txBox="1"/>
          <p:nvPr>
            <p:ph idx="1" type="body"/>
          </p:nvPr>
        </p:nvSpPr>
        <p:spPr>
          <a:xfrm>
            <a:off x="685801" y="4400555"/>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7" name="Google Shape;637;g3c739961374_0_1000:notes"/>
          <p:cNvSpPr txBox="1"/>
          <p:nvPr>
            <p:ph idx="12" type="sldNum"/>
          </p:nvPr>
        </p:nvSpPr>
        <p:spPr>
          <a:xfrm>
            <a:off x="3884613" y="8685225"/>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e1e52893f2_1_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e1e52893f2_1_0:notes"/>
          <p:cNvSpPr txBox="1"/>
          <p:nvPr>
            <p:ph idx="1" type="body"/>
          </p:nvPr>
        </p:nvSpPr>
        <p:spPr>
          <a:xfrm>
            <a:off x="685801" y="4400555"/>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e1e52893f2_1_0:notes"/>
          <p:cNvSpPr txBox="1"/>
          <p:nvPr>
            <p:ph idx="12" type="sldNum"/>
          </p:nvPr>
        </p:nvSpPr>
        <p:spPr>
          <a:xfrm>
            <a:off x="3884613" y="8685225"/>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d33c47e1bd_0_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g3d33c47e1bd_0_0:notes"/>
          <p:cNvSpPr txBox="1"/>
          <p:nvPr>
            <p:ph idx="1" type="body"/>
          </p:nvPr>
        </p:nvSpPr>
        <p:spPr>
          <a:xfrm>
            <a:off x="685801" y="4400555"/>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d33c47e1bd_0_0:notes"/>
          <p:cNvSpPr txBox="1"/>
          <p:nvPr>
            <p:ph idx="12" type="sldNum"/>
          </p:nvPr>
        </p:nvSpPr>
        <p:spPr>
          <a:xfrm>
            <a:off x="3884613" y="8685225"/>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d5b2d2ab8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d5b2d2ab8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d1bbf006dd_0_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d1bbf006dd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b311b00f4c_4_763:notes"/>
          <p:cNvSpPr/>
          <p:nvPr>
            <p:ph idx="2" type="sldImg"/>
          </p:nvPr>
        </p:nvSpPr>
        <p:spPr>
          <a:xfrm>
            <a:off x="685801"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g3b311b00f4c_4_763:notes"/>
          <p:cNvSpPr txBox="1"/>
          <p:nvPr>
            <p:ph idx="1" type="body"/>
          </p:nvPr>
        </p:nvSpPr>
        <p:spPr>
          <a:xfrm>
            <a:off x="685801" y="4400550"/>
            <a:ext cx="5486400" cy="3600600"/>
          </a:xfrm>
          <a:prstGeom prst="rect">
            <a:avLst/>
          </a:prstGeom>
          <a:noFill/>
          <a:ln>
            <a:noFill/>
          </a:ln>
        </p:spPr>
        <p:txBody>
          <a:bodyPr anchorCtr="0" anchor="t" bIns="46475" lIns="93000" spcFirstLastPara="1" rIns="93000" wrap="square" tIns="46475">
            <a:noAutofit/>
          </a:bodyPr>
          <a:lstStyle/>
          <a:p>
            <a:pPr indent="0" lvl="0" marL="0" rtl="0" algn="l">
              <a:lnSpc>
                <a:spcPct val="100000"/>
              </a:lnSpc>
              <a:spcBef>
                <a:spcPts val="0"/>
              </a:spcBef>
              <a:spcAft>
                <a:spcPts val="0"/>
              </a:spcAft>
              <a:buSzPts val="1100"/>
              <a:buNone/>
            </a:pPr>
            <a:r>
              <a:t/>
            </a:r>
            <a:endParaRPr/>
          </a:p>
        </p:txBody>
      </p:sp>
      <p:sp>
        <p:nvSpPr>
          <p:cNvPr id="731" name="Google Shape;731;g3b311b00f4c_4_763:notes"/>
          <p:cNvSpPr txBox="1"/>
          <p:nvPr>
            <p:ph idx="12" type="sldNum"/>
          </p:nvPr>
        </p:nvSpPr>
        <p:spPr>
          <a:xfrm>
            <a:off x="3884613" y="8685213"/>
            <a:ext cx="2971800" cy="458700"/>
          </a:xfrm>
          <a:prstGeom prst="rect">
            <a:avLst/>
          </a:prstGeom>
          <a:noFill/>
          <a:ln>
            <a:noFill/>
          </a:ln>
        </p:spPr>
        <p:txBody>
          <a:bodyPr anchorCtr="0" anchor="b" bIns="46475" lIns="93000" spcFirstLastPara="1" rIns="93000" wrap="square" tIns="4647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 Id="rId3"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2.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 name="Shape 7"/>
        <p:cNvGrpSpPr/>
        <p:nvPr/>
      </p:nvGrpSpPr>
      <p:grpSpPr>
        <a:xfrm>
          <a:off x="0" y="0"/>
          <a:ext cx="0" cy="0"/>
          <a:chOff x="0" y="0"/>
          <a:chExt cx="0" cy="0"/>
        </a:xfrm>
      </p:grpSpPr>
      <p:pic>
        <p:nvPicPr>
          <p:cNvPr id="8" name="Google Shape;8;p2"/>
          <p:cNvPicPr preferRelativeResize="0"/>
          <p:nvPr/>
        </p:nvPicPr>
        <p:blipFill rotWithShape="1">
          <a:blip r:embed="rId2">
            <a:alphaModFix/>
          </a:blip>
          <a:srcRect b="0" l="0" r="0" t="0"/>
          <a:stretch/>
        </p:blipFill>
        <p:spPr>
          <a:xfrm>
            <a:off x="8460082" y="308787"/>
            <a:ext cx="372218" cy="259224"/>
          </a:xfrm>
          <a:prstGeom prst="rect">
            <a:avLst/>
          </a:prstGeom>
          <a:noFill/>
          <a:ln>
            <a:noFill/>
          </a:ln>
        </p:spPr>
      </p:pic>
      <p:sp>
        <p:nvSpPr>
          <p:cNvPr id="9" name="Google Shape;9;p2"/>
          <p:cNvSpPr/>
          <p:nvPr/>
        </p:nvSpPr>
        <p:spPr>
          <a:xfrm flipH="1" rot="10800000">
            <a:off x="0" y="793300"/>
            <a:ext cx="9144600" cy="15600"/>
          </a:xfrm>
          <a:prstGeom prst="rect">
            <a:avLst/>
          </a:prstGeom>
          <a:solidFill>
            <a:srgbClr val="6091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 name="Google Shape;10;p2"/>
          <p:cNvSpPr txBox="1"/>
          <p:nvPr>
            <p:ph type="title"/>
          </p:nvPr>
        </p:nvSpPr>
        <p:spPr>
          <a:xfrm>
            <a:off x="334650" y="180975"/>
            <a:ext cx="7645800" cy="514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1B0344"/>
              </a:buClr>
              <a:buSzPts val="2600"/>
              <a:buFont typeface="Source Serif 4"/>
              <a:buNone/>
              <a:defRPr sz="2600">
                <a:solidFill>
                  <a:srgbClr val="1B0344"/>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p2"/>
          <p:cNvSpPr txBox="1"/>
          <p:nvPr>
            <p:ph idx="1" type="body"/>
          </p:nvPr>
        </p:nvSpPr>
        <p:spPr>
          <a:xfrm>
            <a:off x="334650" y="1171325"/>
            <a:ext cx="8430900" cy="3745500"/>
          </a:xfrm>
          <a:prstGeom prst="rect">
            <a:avLst/>
          </a:prstGeom>
          <a:noFill/>
          <a:ln>
            <a:noFill/>
          </a:ln>
        </p:spPr>
        <p:txBody>
          <a:bodyPr anchorCtr="0" anchor="t" bIns="91425" lIns="91425" spcFirstLastPara="1" rIns="91425" wrap="square" tIns="91425">
            <a:noAutofit/>
          </a:bodyPr>
          <a:lstStyle>
            <a:lvl1pPr indent="-330200" lvl="0" marL="457200">
              <a:spcBef>
                <a:spcPts val="0"/>
              </a:spcBef>
              <a:spcAft>
                <a:spcPts val="0"/>
              </a:spcAft>
              <a:buClr>
                <a:srgbClr val="68F2D7"/>
              </a:buClr>
              <a:buSzPts val="1600"/>
              <a:buFont typeface="DM Sans"/>
              <a:buChar char="●"/>
              <a:defRPr sz="1600">
                <a:solidFill>
                  <a:srgbClr val="163C70"/>
                </a:solidFill>
                <a:latin typeface="DM Sans"/>
                <a:ea typeface="DM Sans"/>
                <a:cs typeface="DM Sans"/>
                <a:sym typeface="DM Sans"/>
              </a:defRPr>
            </a:lvl1pPr>
            <a:lvl2pPr indent="-330200" lvl="1" marL="9144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2pPr>
            <a:lvl3pPr indent="-330200" lvl="2" marL="13716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3pPr>
            <a:lvl4pPr indent="-330200" lvl="3" marL="18288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4pPr>
            <a:lvl5pPr indent="-330200" lvl="4" marL="22860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5pPr>
            <a:lvl6pPr indent="-330200" lvl="5" marL="27432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6pPr>
            <a:lvl7pPr indent="-330200" lvl="6" marL="32004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7pPr>
            <a:lvl8pPr indent="-330200" lvl="7" marL="36576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8pPr>
            <a:lvl9pPr indent="-330200" lvl="8" marL="4114800">
              <a:spcBef>
                <a:spcPts val="1000"/>
              </a:spcBef>
              <a:spcAft>
                <a:spcPts val="1000"/>
              </a:spcAft>
              <a:buClr>
                <a:srgbClr val="163C70"/>
              </a:buClr>
              <a:buSzPts val="1600"/>
              <a:buFont typeface="DM Sans"/>
              <a:buChar char="■"/>
              <a:defRPr sz="1600">
                <a:solidFill>
                  <a:srgbClr val="163C70"/>
                </a:solidFill>
                <a:latin typeface="DM Sans"/>
                <a:ea typeface="DM Sans"/>
                <a:cs typeface="DM Sans"/>
                <a:sym typeface="DM Sans"/>
              </a:defRPr>
            </a:lvl9pPr>
          </a:lstStyle>
          <a:p/>
        </p:txBody>
      </p:sp>
      <p:sp>
        <p:nvSpPr>
          <p:cNvPr id="12" name="Google Shape;12;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163C70"/>
                </a:solidFill>
                <a:latin typeface="DM Sans"/>
                <a:ea typeface="DM Sans"/>
                <a:cs typeface="DM Sans"/>
                <a:sym typeface="DM Sans"/>
              </a:defRPr>
            </a:lvl1pPr>
            <a:lvl2pPr lvl="1">
              <a:buNone/>
              <a:defRPr>
                <a:solidFill>
                  <a:srgbClr val="163C70"/>
                </a:solidFill>
                <a:latin typeface="DM Sans"/>
                <a:ea typeface="DM Sans"/>
                <a:cs typeface="DM Sans"/>
                <a:sym typeface="DM Sans"/>
              </a:defRPr>
            </a:lvl2pPr>
            <a:lvl3pPr lvl="2">
              <a:buNone/>
              <a:defRPr>
                <a:solidFill>
                  <a:srgbClr val="163C70"/>
                </a:solidFill>
                <a:latin typeface="DM Sans"/>
                <a:ea typeface="DM Sans"/>
                <a:cs typeface="DM Sans"/>
                <a:sym typeface="DM Sans"/>
              </a:defRPr>
            </a:lvl3pPr>
            <a:lvl4pPr lvl="3">
              <a:buNone/>
              <a:defRPr>
                <a:solidFill>
                  <a:srgbClr val="163C70"/>
                </a:solidFill>
                <a:latin typeface="DM Sans"/>
                <a:ea typeface="DM Sans"/>
                <a:cs typeface="DM Sans"/>
                <a:sym typeface="DM Sans"/>
              </a:defRPr>
            </a:lvl4pPr>
            <a:lvl5pPr lvl="4">
              <a:buNone/>
              <a:defRPr>
                <a:solidFill>
                  <a:srgbClr val="163C70"/>
                </a:solidFill>
                <a:latin typeface="DM Sans"/>
                <a:ea typeface="DM Sans"/>
                <a:cs typeface="DM Sans"/>
                <a:sym typeface="DM Sans"/>
              </a:defRPr>
            </a:lvl5pPr>
            <a:lvl6pPr lvl="5">
              <a:buNone/>
              <a:defRPr>
                <a:solidFill>
                  <a:srgbClr val="163C70"/>
                </a:solidFill>
                <a:latin typeface="DM Sans"/>
                <a:ea typeface="DM Sans"/>
                <a:cs typeface="DM Sans"/>
                <a:sym typeface="DM Sans"/>
              </a:defRPr>
            </a:lvl6pPr>
            <a:lvl7pPr lvl="6">
              <a:buNone/>
              <a:defRPr>
                <a:solidFill>
                  <a:srgbClr val="163C70"/>
                </a:solidFill>
                <a:latin typeface="DM Sans"/>
                <a:ea typeface="DM Sans"/>
                <a:cs typeface="DM Sans"/>
                <a:sym typeface="DM Sans"/>
              </a:defRPr>
            </a:lvl7pPr>
            <a:lvl8pPr lvl="7">
              <a:buNone/>
              <a:defRPr>
                <a:solidFill>
                  <a:srgbClr val="163C70"/>
                </a:solidFill>
                <a:latin typeface="DM Sans"/>
                <a:ea typeface="DM Sans"/>
                <a:cs typeface="DM Sans"/>
                <a:sym typeface="DM Sans"/>
              </a:defRPr>
            </a:lvl8pPr>
            <a:lvl9pPr lvl="8">
              <a:buNone/>
              <a:defRPr>
                <a:solidFill>
                  <a:srgbClr val="163C70"/>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3" name="Shape 13"/>
        <p:cNvGrpSpPr/>
        <p:nvPr/>
      </p:nvGrpSpPr>
      <p:grpSpPr>
        <a:xfrm>
          <a:off x="0" y="0"/>
          <a:ext cx="0" cy="0"/>
          <a:chOff x="0" y="0"/>
          <a:chExt cx="0" cy="0"/>
        </a:xfrm>
      </p:grpSpPr>
      <p:pic>
        <p:nvPicPr>
          <p:cNvPr id="14" name="Google Shape;14;p3" title="Screenshot 2026-02-24 at 10.21.25.png"/>
          <p:cNvPicPr preferRelativeResize="0"/>
          <p:nvPr/>
        </p:nvPicPr>
        <p:blipFill rotWithShape="1">
          <a:blip r:embed="rId2">
            <a:alphaModFix/>
          </a:blip>
          <a:srcRect b="0" l="278" r="278" t="0"/>
          <a:stretch/>
        </p:blipFill>
        <p:spPr>
          <a:xfrm>
            <a:off x="0" y="0"/>
            <a:ext cx="9143999" cy="5143498"/>
          </a:xfrm>
          <a:prstGeom prst="rect">
            <a:avLst/>
          </a:prstGeom>
          <a:noFill/>
          <a:ln>
            <a:noFill/>
          </a:ln>
        </p:spPr>
      </p:pic>
      <p:sp>
        <p:nvSpPr>
          <p:cNvPr id="15" name="Google Shape;15;p3"/>
          <p:cNvSpPr txBox="1"/>
          <p:nvPr>
            <p:ph type="title"/>
          </p:nvPr>
        </p:nvSpPr>
        <p:spPr>
          <a:xfrm>
            <a:off x="475699" y="555657"/>
            <a:ext cx="5150700" cy="151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000"/>
              <a:buFont typeface="Source Serif 4 SemiBold"/>
              <a:buNone/>
              <a:defRPr sz="4000">
                <a:solidFill>
                  <a:schemeClr val="lt1"/>
                </a:solidFill>
                <a:latin typeface="Source Serif 4 SemiBold"/>
                <a:ea typeface="Source Serif 4 SemiBold"/>
                <a:cs typeface="Source Serif 4 SemiBold"/>
                <a:sym typeface="Source Serif 4 SemiBold"/>
              </a:defRPr>
            </a:lvl1pPr>
            <a:lvl2pPr lvl="1">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2pPr>
            <a:lvl3pPr lvl="2">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3pPr>
            <a:lvl4pPr lvl="3">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4pPr>
            <a:lvl5pPr lvl="4">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5pPr>
            <a:lvl6pPr lvl="5">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6pPr>
            <a:lvl7pPr lvl="6">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7pPr>
            <a:lvl8pPr lvl="7">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8pPr>
            <a:lvl9pPr lvl="8">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9pPr>
          </a:lstStyle>
          <a:p/>
        </p:txBody>
      </p:sp>
      <p:sp>
        <p:nvSpPr>
          <p:cNvPr id="16" name="Google Shape;16;p3"/>
          <p:cNvSpPr txBox="1"/>
          <p:nvPr>
            <p:ph idx="1" type="subTitle"/>
          </p:nvPr>
        </p:nvSpPr>
        <p:spPr>
          <a:xfrm>
            <a:off x="475700" y="1987875"/>
            <a:ext cx="3918900" cy="669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68F2D7"/>
              </a:buClr>
              <a:buSzPts val="1800"/>
              <a:buFont typeface="DM Sans"/>
              <a:buNone/>
              <a:defRPr sz="1800">
                <a:solidFill>
                  <a:srgbClr val="68F2D7"/>
                </a:solidFill>
                <a:latin typeface="DM Sans"/>
                <a:ea typeface="DM Sans"/>
                <a:cs typeface="DM Sans"/>
                <a:sym typeface="DM Sans"/>
              </a:defRPr>
            </a:lvl1pPr>
            <a:lvl2pPr lvl="1">
              <a:spcBef>
                <a:spcPts val="0"/>
              </a:spcBef>
              <a:spcAft>
                <a:spcPts val="0"/>
              </a:spcAft>
              <a:buSzPts val="2500"/>
              <a:buNone/>
              <a:defRPr sz="2500"/>
            </a:lvl2pPr>
            <a:lvl3pPr lvl="2">
              <a:spcBef>
                <a:spcPts val="0"/>
              </a:spcBef>
              <a:spcAft>
                <a:spcPts val="0"/>
              </a:spcAft>
              <a:buSzPts val="2100"/>
              <a:buNone/>
              <a:defRPr sz="21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p:txBody>
      </p:sp>
      <p:pic>
        <p:nvPicPr>
          <p:cNvPr id="17" name="Google Shape;17;p3" title="new DH logo.png"/>
          <p:cNvPicPr preferRelativeResize="0"/>
          <p:nvPr/>
        </p:nvPicPr>
        <p:blipFill rotWithShape="1">
          <a:blip r:embed="rId3">
            <a:alphaModFix/>
          </a:blip>
          <a:srcRect b="-28436" l="-3327" r="0" t="0"/>
          <a:stretch/>
        </p:blipFill>
        <p:spPr>
          <a:xfrm>
            <a:off x="6952875" y="4295550"/>
            <a:ext cx="1732850" cy="343775"/>
          </a:xfrm>
          <a:prstGeom prst="rect">
            <a:avLst/>
          </a:prstGeom>
          <a:noFill/>
          <a:ln>
            <a:noFill/>
          </a:ln>
        </p:spPr>
      </p:pic>
      <p:sp>
        <p:nvSpPr>
          <p:cNvPr id="18" name="Google Shape;18;p3"/>
          <p:cNvSpPr txBox="1"/>
          <p:nvPr>
            <p:ph idx="12" type="sldNum"/>
          </p:nvPr>
        </p:nvSpPr>
        <p:spPr>
          <a:xfrm>
            <a:off x="8556784" y="4749851"/>
            <a:ext cx="548700" cy="393600"/>
          </a:xfrm>
          <a:prstGeom prst="rect">
            <a:avLst/>
          </a:prstGeom>
          <a:solidFill>
            <a:schemeClr val="accent6"/>
          </a:solidFill>
        </p:spPr>
        <p:txBody>
          <a:bodyPr anchorCtr="0" anchor="t" bIns="91425" lIns="91425" spcFirstLastPara="1" rIns="91425" wrap="square" tIns="91425">
            <a:noAutofit/>
          </a:bodyPr>
          <a:lstStyle>
            <a:lvl1pPr lvl="0">
              <a:buNone/>
              <a:defRPr>
                <a:solidFill>
                  <a:srgbClr val="68F2D7"/>
                </a:solidFill>
                <a:latin typeface="DM Sans"/>
                <a:ea typeface="DM Sans"/>
                <a:cs typeface="DM Sans"/>
                <a:sym typeface="DM Sans"/>
              </a:defRPr>
            </a:lvl1pPr>
            <a:lvl2pPr lvl="1">
              <a:buNone/>
              <a:defRPr>
                <a:solidFill>
                  <a:srgbClr val="68F2D7"/>
                </a:solidFill>
                <a:latin typeface="DM Sans"/>
                <a:ea typeface="DM Sans"/>
                <a:cs typeface="DM Sans"/>
                <a:sym typeface="DM Sans"/>
              </a:defRPr>
            </a:lvl2pPr>
            <a:lvl3pPr lvl="2">
              <a:buNone/>
              <a:defRPr>
                <a:solidFill>
                  <a:srgbClr val="68F2D7"/>
                </a:solidFill>
                <a:latin typeface="DM Sans"/>
                <a:ea typeface="DM Sans"/>
                <a:cs typeface="DM Sans"/>
                <a:sym typeface="DM Sans"/>
              </a:defRPr>
            </a:lvl3pPr>
            <a:lvl4pPr lvl="3">
              <a:buNone/>
              <a:defRPr>
                <a:solidFill>
                  <a:srgbClr val="68F2D7"/>
                </a:solidFill>
                <a:latin typeface="DM Sans"/>
                <a:ea typeface="DM Sans"/>
                <a:cs typeface="DM Sans"/>
                <a:sym typeface="DM Sans"/>
              </a:defRPr>
            </a:lvl4pPr>
            <a:lvl5pPr lvl="4">
              <a:buNone/>
              <a:defRPr>
                <a:solidFill>
                  <a:srgbClr val="68F2D7"/>
                </a:solidFill>
                <a:latin typeface="DM Sans"/>
                <a:ea typeface="DM Sans"/>
                <a:cs typeface="DM Sans"/>
                <a:sym typeface="DM Sans"/>
              </a:defRPr>
            </a:lvl5pPr>
            <a:lvl6pPr lvl="5">
              <a:buNone/>
              <a:defRPr>
                <a:solidFill>
                  <a:srgbClr val="68F2D7"/>
                </a:solidFill>
                <a:latin typeface="DM Sans"/>
                <a:ea typeface="DM Sans"/>
                <a:cs typeface="DM Sans"/>
                <a:sym typeface="DM Sans"/>
              </a:defRPr>
            </a:lvl6pPr>
            <a:lvl7pPr lvl="6">
              <a:buNone/>
              <a:defRPr>
                <a:solidFill>
                  <a:srgbClr val="68F2D7"/>
                </a:solidFill>
                <a:latin typeface="DM Sans"/>
                <a:ea typeface="DM Sans"/>
                <a:cs typeface="DM Sans"/>
                <a:sym typeface="DM Sans"/>
              </a:defRPr>
            </a:lvl7pPr>
            <a:lvl8pPr lvl="7">
              <a:buNone/>
              <a:defRPr>
                <a:solidFill>
                  <a:srgbClr val="68F2D7"/>
                </a:solidFill>
                <a:latin typeface="DM Sans"/>
                <a:ea typeface="DM Sans"/>
                <a:cs typeface="DM Sans"/>
                <a:sym typeface="DM Sans"/>
              </a:defRPr>
            </a:lvl8pPr>
            <a:lvl9pPr lvl="8">
              <a:buNone/>
              <a:defRPr>
                <a:solidFill>
                  <a:srgbClr val="68F2D7"/>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20">
          <p15:clr>
            <a:srgbClr val="E46962"/>
          </p15:clr>
        </p15:guide>
        <p15:guide id="2" pos="360">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p:cSld name="1_Title Slide_1">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475692" y="1621825"/>
            <a:ext cx="6242700" cy="151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1pPr>
            <a:lvl2pPr lvl="1">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2pPr>
            <a:lvl3pPr lvl="2">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3pPr>
            <a:lvl4pPr lvl="3">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4pPr>
            <a:lvl5pPr lvl="4">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5pPr>
            <a:lvl6pPr lvl="5">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6pPr>
            <a:lvl7pPr lvl="6">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7pPr>
            <a:lvl8pPr lvl="7">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8pPr>
            <a:lvl9pPr lvl="8">
              <a:spcBef>
                <a:spcPts val="0"/>
              </a:spcBef>
              <a:spcAft>
                <a:spcPts val="0"/>
              </a:spcAft>
              <a:buClr>
                <a:srgbClr val="68F2D7"/>
              </a:buClr>
              <a:buSzPts val="4400"/>
              <a:buFont typeface="Source Serif 4"/>
              <a:buNone/>
              <a:defRPr sz="4400">
                <a:solidFill>
                  <a:srgbClr val="68F2D7"/>
                </a:solidFill>
                <a:latin typeface="Source Serif 4"/>
                <a:ea typeface="Source Serif 4"/>
                <a:cs typeface="Source Serif 4"/>
                <a:sym typeface="Source Serif 4"/>
              </a:defRPr>
            </a:lvl9pPr>
          </a:lstStyle>
          <a:p/>
        </p:txBody>
      </p:sp>
      <p:pic>
        <p:nvPicPr>
          <p:cNvPr id="21" name="Google Shape;21;p4" title="new DH logo.png"/>
          <p:cNvPicPr preferRelativeResize="0"/>
          <p:nvPr/>
        </p:nvPicPr>
        <p:blipFill rotWithShape="1">
          <a:blip r:embed="rId3">
            <a:alphaModFix/>
          </a:blip>
          <a:srcRect b="-16428" l="0" r="0" t="0"/>
          <a:stretch/>
        </p:blipFill>
        <p:spPr>
          <a:xfrm>
            <a:off x="598123" y="595150"/>
            <a:ext cx="1690926" cy="314200"/>
          </a:xfrm>
          <a:prstGeom prst="rect">
            <a:avLst/>
          </a:prstGeom>
          <a:noFill/>
          <a:ln>
            <a:noFill/>
          </a:ln>
        </p:spPr>
      </p:pic>
      <p:sp>
        <p:nvSpPr>
          <p:cNvPr id="22" name="Google Shape;22;p4"/>
          <p:cNvSpPr txBox="1"/>
          <p:nvPr>
            <p:ph idx="1" type="subTitle"/>
          </p:nvPr>
        </p:nvSpPr>
        <p:spPr>
          <a:xfrm>
            <a:off x="475700" y="3140725"/>
            <a:ext cx="6861000" cy="669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100"/>
              <a:buFont typeface="Source Serif 4"/>
              <a:buNone/>
              <a:defRPr sz="3100">
                <a:solidFill>
                  <a:schemeClr val="lt1"/>
                </a:solidFill>
                <a:latin typeface="Source Serif 4"/>
                <a:ea typeface="Source Serif 4"/>
                <a:cs typeface="Source Serif 4"/>
                <a:sym typeface="Source Serif 4"/>
              </a:defRPr>
            </a:lvl1pPr>
            <a:lvl2pPr lvl="1">
              <a:spcBef>
                <a:spcPts val="0"/>
              </a:spcBef>
              <a:spcAft>
                <a:spcPts val="0"/>
              </a:spcAft>
              <a:buSzPts val="2500"/>
              <a:buNone/>
              <a:defRPr sz="2500"/>
            </a:lvl2pPr>
            <a:lvl3pPr lvl="2">
              <a:spcBef>
                <a:spcPts val="0"/>
              </a:spcBef>
              <a:spcAft>
                <a:spcPts val="0"/>
              </a:spcAft>
              <a:buSzPts val="2100"/>
              <a:buNone/>
              <a:defRPr sz="21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p:txBody>
      </p:sp>
      <p:sp>
        <p:nvSpPr>
          <p:cNvPr id="23" name="Google Shape;23;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lt1"/>
                </a:solidFill>
                <a:latin typeface="Source Serif 4"/>
                <a:ea typeface="Source Serif 4"/>
                <a:cs typeface="Source Serif 4"/>
                <a:sym typeface="Source Serif 4"/>
              </a:defRPr>
            </a:lvl1pPr>
            <a:lvl2pPr lvl="1">
              <a:buNone/>
              <a:defRPr>
                <a:solidFill>
                  <a:schemeClr val="lt1"/>
                </a:solidFill>
                <a:latin typeface="Source Serif 4"/>
                <a:ea typeface="Source Serif 4"/>
                <a:cs typeface="Source Serif 4"/>
                <a:sym typeface="Source Serif 4"/>
              </a:defRPr>
            </a:lvl2pPr>
            <a:lvl3pPr lvl="2">
              <a:buNone/>
              <a:defRPr>
                <a:solidFill>
                  <a:schemeClr val="lt1"/>
                </a:solidFill>
                <a:latin typeface="Source Serif 4"/>
                <a:ea typeface="Source Serif 4"/>
                <a:cs typeface="Source Serif 4"/>
                <a:sym typeface="Source Serif 4"/>
              </a:defRPr>
            </a:lvl3pPr>
            <a:lvl4pPr lvl="3">
              <a:buNone/>
              <a:defRPr>
                <a:solidFill>
                  <a:schemeClr val="lt1"/>
                </a:solidFill>
                <a:latin typeface="Source Serif 4"/>
                <a:ea typeface="Source Serif 4"/>
                <a:cs typeface="Source Serif 4"/>
                <a:sym typeface="Source Serif 4"/>
              </a:defRPr>
            </a:lvl4pPr>
            <a:lvl5pPr lvl="4">
              <a:buNone/>
              <a:defRPr>
                <a:solidFill>
                  <a:schemeClr val="lt1"/>
                </a:solidFill>
                <a:latin typeface="Source Serif 4"/>
                <a:ea typeface="Source Serif 4"/>
                <a:cs typeface="Source Serif 4"/>
                <a:sym typeface="Source Serif 4"/>
              </a:defRPr>
            </a:lvl5pPr>
            <a:lvl6pPr lvl="5">
              <a:buNone/>
              <a:defRPr>
                <a:solidFill>
                  <a:schemeClr val="lt1"/>
                </a:solidFill>
                <a:latin typeface="Source Serif 4"/>
                <a:ea typeface="Source Serif 4"/>
                <a:cs typeface="Source Serif 4"/>
                <a:sym typeface="Source Serif 4"/>
              </a:defRPr>
            </a:lvl6pPr>
            <a:lvl7pPr lvl="6">
              <a:buNone/>
              <a:defRPr>
                <a:solidFill>
                  <a:schemeClr val="lt1"/>
                </a:solidFill>
                <a:latin typeface="Source Serif 4"/>
                <a:ea typeface="Source Serif 4"/>
                <a:cs typeface="Source Serif 4"/>
                <a:sym typeface="Source Serif 4"/>
              </a:defRPr>
            </a:lvl7pPr>
            <a:lvl8pPr lvl="7">
              <a:buNone/>
              <a:defRPr>
                <a:solidFill>
                  <a:schemeClr val="lt1"/>
                </a:solidFill>
                <a:latin typeface="Source Serif 4"/>
                <a:ea typeface="Source Serif 4"/>
                <a:cs typeface="Source Serif 4"/>
                <a:sym typeface="Source Serif 4"/>
              </a:defRPr>
            </a:lvl8pPr>
            <a:lvl9pPr lvl="8">
              <a:buNone/>
              <a:defRPr>
                <a:solidFill>
                  <a:schemeClr val="lt1"/>
                </a:solidFill>
                <a:latin typeface="Source Serif 4"/>
                <a:ea typeface="Source Serif 4"/>
                <a:cs typeface="Source Serif 4"/>
                <a:sym typeface="Source Serif 4"/>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S 2026 Template 1">
  <p:cSld name="TITLE_AND_BODY_3">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lnSpcReduction="10000"/>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nvSpPr>
        <p:spPr>
          <a:xfrm>
            <a:off x="500237" y="2024875"/>
            <a:ext cx="7892400" cy="1840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 sz="4800">
                <a:solidFill>
                  <a:srgbClr val="55FCDE"/>
                </a:solidFill>
                <a:latin typeface="Source Serif 4 SemiBold"/>
                <a:ea typeface="Source Serif 4 SemiBold"/>
                <a:cs typeface="Source Serif 4 SemiBold"/>
                <a:sym typeface="Source Serif 4 SemiBold"/>
              </a:rPr>
              <a:t>Thank You!</a:t>
            </a:r>
            <a:endParaRPr sz="3200">
              <a:solidFill>
                <a:srgbClr val="FFFFFF"/>
              </a:solidFill>
            </a:endParaRPr>
          </a:p>
        </p:txBody>
      </p:sp>
      <p:pic>
        <p:nvPicPr>
          <p:cNvPr id="27" name="Google Shape;27;p5" title="new DH logo.png"/>
          <p:cNvPicPr preferRelativeResize="0"/>
          <p:nvPr/>
        </p:nvPicPr>
        <p:blipFill rotWithShape="1">
          <a:blip r:embed="rId3">
            <a:alphaModFix/>
          </a:blip>
          <a:srcRect b="-16428" l="0" r="0" t="0"/>
          <a:stretch/>
        </p:blipFill>
        <p:spPr>
          <a:xfrm>
            <a:off x="598123" y="595150"/>
            <a:ext cx="1690926" cy="314200"/>
          </a:xfrm>
          <a:prstGeom prst="rect">
            <a:avLst/>
          </a:prstGeom>
          <a:noFill/>
          <a:ln>
            <a:noFill/>
          </a:ln>
        </p:spPr>
      </p:pic>
    </p:spTree>
  </p:cSld>
  <p:clrMapOvr>
    <a:masterClrMapping/>
  </p:clrMapOvr>
  <p:extLst>
    <p:ext uri="{DCECCB84-F9BA-43D5-87BE-67443E8EF086}">
      <p15:sldGuideLst>
        <p15:guide id="1" pos="377">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lnSpcReduction="10000"/>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_1">
    <p:bg>
      <p:bgPr>
        <a:blipFill>
          <a:blip r:embed="rId2">
            <a:alphaModFix/>
          </a:blip>
          <a:stretch>
            <a:fillRect/>
          </a:stretch>
        </a:blipFill>
      </p:bgPr>
    </p:bg>
    <p:spTree>
      <p:nvGrpSpPr>
        <p:cNvPr id="30" name="Shape 30"/>
        <p:cNvGrpSpPr/>
        <p:nvPr/>
      </p:nvGrpSpPr>
      <p:grpSpPr>
        <a:xfrm>
          <a:off x="0" y="0"/>
          <a:ext cx="0" cy="0"/>
          <a:chOff x="0" y="0"/>
          <a:chExt cx="0" cy="0"/>
        </a:xfrm>
      </p:grpSpPr>
      <p:pic>
        <p:nvPicPr>
          <p:cNvPr id="31" name="Google Shape;31;p7"/>
          <p:cNvPicPr preferRelativeResize="0"/>
          <p:nvPr/>
        </p:nvPicPr>
        <p:blipFill rotWithShape="1">
          <a:blip r:embed="rId3">
            <a:alphaModFix/>
          </a:blip>
          <a:srcRect b="0" l="0" r="0" t="0"/>
          <a:stretch/>
        </p:blipFill>
        <p:spPr>
          <a:xfrm>
            <a:off x="8460082" y="308787"/>
            <a:ext cx="372218" cy="259224"/>
          </a:xfrm>
          <a:prstGeom prst="rect">
            <a:avLst/>
          </a:prstGeom>
          <a:noFill/>
          <a:ln>
            <a:noFill/>
          </a:ln>
        </p:spPr>
      </p:pic>
      <p:sp>
        <p:nvSpPr>
          <p:cNvPr id="32" name="Google Shape;32;p7"/>
          <p:cNvSpPr/>
          <p:nvPr/>
        </p:nvSpPr>
        <p:spPr>
          <a:xfrm flipH="1" rot="10800000">
            <a:off x="0" y="793300"/>
            <a:ext cx="9144600" cy="15600"/>
          </a:xfrm>
          <a:prstGeom prst="rect">
            <a:avLst/>
          </a:prstGeom>
          <a:solidFill>
            <a:srgbClr val="6091B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 name="Google Shape;33;p7"/>
          <p:cNvSpPr txBox="1"/>
          <p:nvPr>
            <p:ph type="title"/>
          </p:nvPr>
        </p:nvSpPr>
        <p:spPr>
          <a:xfrm>
            <a:off x="334650" y="180975"/>
            <a:ext cx="7645800" cy="514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1B0344"/>
              </a:buClr>
              <a:buSzPts val="2600"/>
              <a:buFont typeface="Source Serif 4"/>
              <a:buNone/>
              <a:defRPr sz="2600">
                <a:solidFill>
                  <a:srgbClr val="1B0344"/>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7"/>
          <p:cNvSpPr txBox="1"/>
          <p:nvPr>
            <p:ph idx="1" type="body"/>
          </p:nvPr>
        </p:nvSpPr>
        <p:spPr>
          <a:xfrm>
            <a:off x="334650" y="1171325"/>
            <a:ext cx="8430900" cy="3745500"/>
          </a:xfrm>
          <a:prstGeom prst="rect">
            <a:avLst/>
          </a:prstGeom>
          <a:noFill/>
          <a:ln>
            <a:noFill/>
          </a:ln>
        </p:spPr>
        <p:txBody>
          <a:bodyPr anchorCtr="0" anchor="t" bIns="91425" lIns="91425" spcFirstLastPara="1" rIns="91425" wrap="square" tIns="91425">
            <a:noAutofit/>
          </a:bodyPr>
          <a:lstStyle>
            <a:lvl1pPr indent="-330200" lvl="0" marL="457200">
              <a:spcBef>
                <a:spcPts val="0"/>
              </a:spcBef>
              <a:spcAft>
                <a:spcPts val="0"/>
              </a:spcAft>
              <a:buClr>
                <a:srgbClr val="68F2D7"/>
              </a:buClr>
              <a:buSzPts val="1600"/>
              <a:buFont typeface="DM Sans"/>
              <a:buChar char="●"/>
              <a:defRPr sz="1600">
                <a:solidFill>
                  <a:srgbClr val="163C70"/>
                </a:solidFill>
                <a:latin typeface="DM Sans"/>
                <a:ea typeface="DM Sans"/>
                <a:cs typeface="DM Sans"/>
                <a:sym typeface="DM Sans"/>
              </a:defRPr>
            </a:lvl1pPr>
            <a:lvl2pPr indent="-330200" lvl="1" marL="9144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2pPr>
            <a:lvl3pPr indent="-330200" lvl="2" marL="13716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3pPr>
            <a:lvl4pPr indent="-330200" lvl="3" marL="18288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4pPr>
            <a:lvl5pPr indent="-330200" lvl="4" marL="22860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5pPr>
            <a:lvl6pPr indent="-330200" lvl="5" marL="27432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6pPr>
            <a:lvl7pPr indent="-330200" lvl="6" marL="32004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7pPr>
            <a:lvl8pPr indent="-330200" lvl="7" marL="3657600">
              <a:spcBef>
                <a:spcPts val="1000"/>
              </a:spcBef>
              <a:spcAft>
                <a:spcPts val="0"/>
              </a:spcAft>
              <a:buClr>
                <a:srgbClr val="163C70"/>
              </a:buClr>
              <a:buSzPts val="1600"/>
              <a:buFont typeface="DM Sans"/>
              <a:buChar char="○"/>
              <a:defRPr sz="1600">
                <a:solidFill>
                  <a:srgbClr val="163C70"/>
                </a:solidFill>
                <a:latin typeface="DM Sans"/>
                <a:ea typeface="DM Sans"/>
                <a:cs typeface="DM Sans"/>
                <a:sym typeface="DM Sans"/>
              </a:defRPr>
            </a:lvl8pPr>
            <a:lvl9pPr indent="-330200" lvl="8" marL="4114800">
              <a:spcBef>
                <a:spcPts val="1000"/>
              </a:spcBef>
              <a:spcAft>
                <a:spcPts val="1000"/>
              </a:spcAft>
              <a:buClr>
                <a:srgbClr val="163C70"/>
              </a:buClr>
              <a:buSzPts val="1600"/>
              <a:buFont typeface="DM Sans"/>
              <a:buChar char="■"/>
              <a:defRPr sz="1600">
                <a:solidFill>
                  <a:srgbClr val="163C70"/>
                </a:solidFill>
                <a:latin typeface="DM Sans"/>
                <a:ea typeface="DM Sans"/>
                <a:cs typeface="DM Sans"/>
                <a:sym typeface="DM Sans"/>
              </a:defRPr>
            </a:lvl9pPr>
          </a:lstStyle>
          <a:p/>
        </p:txBody>
      </p:sp>
      <p:sp>
        <p:nvSpPr>
          <p:cNvPr id="35" name="Google Shape;35;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163C70"/>
                </a:solidFill>
                <a:latin typeface="DM Sans"/>
                <a:ea typeface="DM Sans"/>
                <a:cs typeface="DM Sans"/>
                <a:sym typeface="DM Sans"/>
              </a:defRPr>
            </a:lvl1pPr>
            <a:lvl2pPr lvl="1">
              <a:buNone/>
              <a:defRPr>
                <a:solidFill>
                  <a:srgbClr val="163C70"/>
                </a:solidFill>
                <a:latin typeface="DM Sans"/>
                <a:ea typeface="DM Sans"/>
                <a:cs typeface="DM Sans"/>
                <a:sym typeface="DM Sans"/>
              </a:defRPr>
            </a:lvl2pPr>
            <a:lvl3pPr lvl="2">
              <a:buNone/>
              <a:defRPr>
                <a:solidFill>
                  <a:srgbClr val="163C70"/>
                </a:solidFill>
                <a:latin typeface="DM Sans"/>
                <a:ea typeface="DM Sans"/>
                <a:cs typeface="DM Sans"/>
                <a:sym typeface="DM Sans"/>
              </a:defRPr>
            </a:lvl3pPr>
            <a:lvl4pPr lvl="3">
              <a:buNone/>
              <a:defRPr>
                <a:solidFill>
                  <a:srgbClr val="163C70"/>
                </a:solidFill>
                <a:latin typeface="DM Sans"/>
                <a:ea typeface="DM Sans"/>
                <a:cs typeface="DM Sans"/>
                <a:sym typeface="DM Sans"/>
              </a:defRPr>
            </a:lvl4pPr>
            <a:lvl5pPr lvl="4">
              <a:buNone/>
              <a:defRPr>
                <a:solidFill>
                  <a:srgbClr val="163C70"/>
                </a:solidFill>
                <a:latin typeface="DM Sans"/>
                <a:ea typeface="DM Sans"/>
                <a:cs typeface="DM Sans"/>
                <a:sym typeface="DM Sans"/>
              </a:defRPr>
            </a:lvl5pPr>
            <a:lvl6pPr lvl="5">
              <a:buNone/>
              <a:defRPr>
                <a:solidFill>
                  <a:srgbClr val="163C70"/>
                </a:solidFill>
                <a:latin typeface="DM Sans"/>
                <a:ea typeface="DM Sans"/>
                <a:cs typeface="DM Sans"/>
                <a:sym typeface="DM Sans"/>
              </a:defRPr>
            </a:lvl6pPr>
            <a:lvl7pPr lvl="6">
              <a:buNone/>
              <a:defRPr>
                <a:solidFill>
                  <a:srgbClr val="163C70"/>
                </a:solidFill>
                <a:latin typeface="DM Sans"/>
                <a:ea typeface="DM Sans"/>
                <a:cs typeface="DM Sans"/>
                <a:sym typeface="DM Sans"/>
              </a:defRPr>
            </a:lvl7pPr>
            <a:lvl8pPr lvl="7">
              <a:buNone/>
              <a:defRPr>
                <a:solidFill>
                  <a:srgbClr val="163C70"/>
                </a:solidFill>
                <a:latin typeface="DM Sans"/>
                <a:ea typeface="DM Sans"/>
                <a:cs typeface="DM Sans"/>
                <a:sym typeface="DM Sans"/>
              </a:defRPr>
            </a:lvl8pPr>
            <a:lvl9pPr lvl="8">
              <a:buNone/>
              <a:defRPr>
                <a:solidFill>
                  <a:srgbClr val="163C70"/>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1">
  <p:cSld name="TITLE_AND_BODY_1_1_2">
    <p:bg>
      <p:bgPr>
        <a:blipFill>
          <a:blip r:embed="rId2">
            <a:alphaModFix/>
          </a:blip>
          <a:stretch>
            <a:fillRect/>
          </a:stretch>
        </a:blipFill>
      </p:bgPr>
    </p:bg>
    <p:spTree>
      <p:nvGrpSpPr>
        <p:cNvPr id="36" name="Shape 36"/>
        <p:cNvGrpSpPr/>
        <p:nvPr/>
      </p:nvGrpSpPr>
      <p:grpSpPr>
        <a:xfrm>
          <a:off x="0" y="0"/>
          <a:ext cx="0" cy="0"/>
          <a:chOff x="0" y="0"/>
          <a:chExt cx="0" cy="0"/>
        </a:xfrm>
      </p:grpSpPr>
      <p:pic>
        <p:nvPicPr>
          <p:cNvPr id="37" name="Google Shape;37;p8"/>
          <p:cNvPicPr preferRelativeResize="0"/>
          <p:nvPr/>
        </p:nvPicPr>
        <p:blipFill rotWithShape="1">
          <a:blip r:embed="rId3">
            <a:alphaModFix/>
          </a:blip>
          <a:srcRect b="0" l="0" r="0" t="0"/>
          <a:stretch/>
        </p:blipFill>
        <p:spPr>
          <a:xfrm>
            <a:off x="8460082" y="308787"/>
            <a:ext cx="372218" cy="259224"/>
          </a:xfrm>
          <a:prstGeom prst="rect">
            <a:avLst/>
          </a:prstGeom>
          <a:noFill/>
          <a:ln>
            <a:noFill/>
          </a:ln>
        </p:spPr>
      </p:pic>
      <p:sp>
        <p:nvSpPr>
          <p:cNvPr id="38" name="Google Shape;38;p8"/>
          <p:cNvSpPr txBox="1"/>
          <p:nvPr>
            <p:ph type="title"/>
          </p:nvPr>
        </p:nvSpPr>
        <p:spPr>
          <a:xfrm>
            <a:off x="394825" y="1736827"/>
            <a:ext cx="3864600" cy="1247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1B0344"/>
              </a:buClr>
              <a:buSzPts val="4000"/>
              <a:buFont typeface="Source Serif 4 SemiBold"/>
              <a:buNone/>
              <a:defRPr sz="4000">
                <a:solidFill>
                  <a:srgbClr val="1B0344"/>
                </a:solidFill>
                <a:latin typeface="Source Serif 4 SemiBold"/>
                <a:ea typeface="Source Serif 4 SemiBold"/>
                <a:cs typeface="Source Serif 4 SemiBold"/>
                <a:sym typeface="Source Serif 4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163C70"/>
                </a:solidFill>
                <a:latin typeface="DM Sans"/>
                <a:ea typeface="DM Sans"/>
                <a:cs typeface="DM Sans"/>
                <a:sym typeface="DM Sans"/>
              </a:defRPr>
            </a:lvl1pPr>
            <a:lvl2pPr lvl="1">
              <a:buNone/>
              <a:defRPr>
                <a:solidFill>
                  <a:srgbClr val="163C70"/>
                </a:solidFill>
                <a:latin typeface="DM Sans"/>
                <a:ea typeface="DM Sans"/>
                <a:cs typeface="DM Sans"/>
                <a:sym typeface="DM Sans"/>
              </a:defRPr>
            </a:lvl2pPr>
            <a:lvl3pPr lvl="2">
              <a:buNone/>
              <a:defRPr>
                <a:solidFill>
                  <a:srgbClr val="163C70"/>
                </a:solidFill>
                <a:latin typeface="DM Sans"/>
                <a:ea typeface="DM Sans"/>
                <a:cs typeface="DM Sans"/>
                <a:sym typeface="DM Sans"/>
              </a:defRPr>
            </a:lvl3pPr>
            <a:lvl4pPr lvl="3">
              <a:buNone/>
              <a:defRPr>
                <a:solidFill>
                  <a:srgbClr val="163C70"/>
                </a:solidFill>
                <a:latin typeface="DM Sans"/>
                <a:ea typeface="DM Sans"/>
                <a:cs typeface="DM Sans"/>
                <a:sym typeface="DM Sans"/>
              </a:defRPr>
            </a:lvl4pPr>
            <a:lvl5pPr lvl="4">
              <a:buNone/>
              <a:defRPr>
                <a:solidFill>
                  <a:srgbClr val="163C70"/>
                </a:solidFill>
                <a:latin typeface="DM Sans"/>
                <a:ea typeface="DM Sans"/>
                <a:cs typeface="DM Sans"/>
                <a:sym typeface="DM Sans"/>
              </a:defRPr>
            </a:lvl5pPr>
            <a:lvl6pPr lvl="5">
              <a:buNone/>
              <a:defRPr>
                <a:solidFill>
                  <a:srgbClr val="163C70"/>
                </a:solidFill>
                <a:latin typeface="DM Sans"/>
                <a:ea typeface="DM Sans"/>
                <a:cs typeface="DM Sans"/>
                <a:sym typeface="DM Sans"/>
              </a:defRPr>
            </a:lvl6pPr>
            <a:lvl7pPr lvl="6">
              <a:buNone/>
              <a:defRPr>
                <a:solidFill>
                  <a:srgbClr val="163C70"/>
                </a:solidFill>
                <a:latin typeface="DM Sans"/>
                <a:ea typeface="DM Sans"/>
                <a:cs typeface="DM Sans"/>
                <a:sym typeface="DM Sans"/>
              </a:defRPr>
            </a:lvl7pPr>
            <a:lvl8pPr lvl="7">
              <a:buNone/>
              <a:defRPr>
                <a:solidFill>
                  <a:srgbClr val="163C70"/>
                </a:solidFill>
                <a:latin typeface="DM Sans"/>
                <a:ea typeface="DM Sans"/>
                <a:cs typeface="DM Sans"/>
                <a:sym typeface="DM Sans"/>
              </a:defRPr>
            </a:lvl8pPr>
            <a:lvl9pPr lvl="8">
              <a:buNone/>
              <a:defRPr>
                <a:solidFill>
                  <a:srgbClr val="163C70"/>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cxnSp>
        <p:nvCxnSpPr>
          <p:cNvPr id="40" name="Google Shape;40;p8"/>
          <p:cNvCxnSpPr/>
          <p:nvPr/>
        </p:nvCxnSpPr>
        <p:spPr>
          <a:xfrm>
            <a:off x="471034" y="1587365"/>
            <a:ext cx="347400" cy="0"/>
          </a:xfrm>
          <a:prstGeom prst="straightConnector1">
            <a:avLst/>
          </a:prstGeom>
          <a:noFill/>
          <a:ln cap="flat" cmpd="sng" w="38100">
            <a:solidFill>
              <a:srgbClr val="23D1AF"/>
            </a:solidFill>
            <a:prstDash val="solid"/>
            <a:round/>
            <a:headEnd len="med" w="med" type="none"/>
            <a:tailEnd len="med" w="med" type="none"/>
          </a:ln>
        </p:spPr>
      </p:cxnSp>
      <p:sp>
        <p:nvSpPr>
          <p:cNvPr id="41" name="Google Shape;41;p8"/>
          <p:cNvSpPr txBox="1"/>
          <p:nvPr>
            <p:ph idx="1" type="subTitle"/>
          </p:nvPr>
        </p:nvSpPr>
        <p:spPr>
          <a:xfrm>
            <a:off x="411925" y="1142400"/>
            <a:ext cx="4443000" cy="39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1B0344"/>
              </a:buClr>
              <a:buSzPts val="2000"/>
              <a:buFont typeface="DM Sans Medium"/>
              <a:buNone/>
              <a:defRPr sz="2000">
                <a:solidFill>
                  <a:srgbClr val="1B0344"/>
                </a:solidFill>
                <a:latin typeface="DM Sans Medium"/>
                <a:ea typeface="DM Sans Medium"/>
                <a:cs typeface="DM Sans Medium"/>
                <a:sym typeface="DM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21.png"/><Relationship Id="rId7" Type="http://schemas.openxmlformats.org/officeDocument/2006/relationships/image" Target="../media/image15.png"/><Relationship Id="rId8" Type="http://schemas.openxmlformats.org/officeDocument/2006/relationships/image" Target="../media/image31.png"/></Relationships>
</file>

<file path=ppt/slides/_rels/slide6.xml.rels><?xml version="1.0" encoding="UTF-8" standalone="yes"?><Relationships xmlns="http://schemas.openxmlformats.org/package/2006/relationships"><Relationship Id="rId40" Type="http://schemas.openxmlformats.org/officeDocument/2006/relationships/image" Target="../media/image63.jpg"/><Relationship Id="rId42" Type="http://schemas.openxmlformats.org/officeDocument/2006/relationships/image" Target="../media/image48.png"/><Relationship Id="rId41" Type="http://schemas.openxmlformats.org/officeDocument/2006/relationships/image" Target="../media/image39.jpg"/><Relationship Id="rId44" Type="http://schemas.openxmlformats.org/officeDocument/2006/relationships/image" Target="../media/image56.png"/><Relationship Id="rId43" Type="http://schemas.openxmlformats.org/officeDocument/2006/relationships/image" Target="../media/image61.jpg"/><Relationship Id="rId46" Type="http://schemas.openxmlformats.org/officeDocument/2006/relationships/image" Target="../media/image49.png"/><Relationship Id="rId45"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27.gif"/><Relationship Id="rId48" Type="http://schemas.openxmlformats.org/officeDocument/2006/relationships/image" Target="../media/image58.jpg"/><Relationship Id="rId47" Type="http://schemas.openxmlformats.org/officeDocument/2006/relationships/image" Target="../media/image53.png"/><Relationship Id="rId49" Type="http://schemas.openxmlformats.org/officeDocument/2006/relationships/image" Target="../media/image57.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26.png"/><Relationship Id="rId8" Type="http://schemas.openxmlformats.org/officeDocument/2006/relationships/image" Target="../media/image18.png"/><Relationship Id="rId31" Type="http://schemas.openxmlformats.org/officeDocument/2006/relationships/image" Target="../media/image41.png"/><Relationship Id="rId30" Type="http://schemas.openxmlformats.org/officeDocument/2006/relationships/image" Target="../media/image42.png"/><Relationship Id="rId33" Type="http://schemas.openxmlformats.org/officeDocument/2006/relationships/image" Target="../media/image43.png"/><Relationship Id="rId32" Type="http://schemas.openxmlformats.org/officeDocument/2006/relationships/image" Target="../media/image67.png"/><Relationship Id="rId35" Type="http://schemas.openxmlformats.org/officeDocument/2006/relationships/image" Target="../media/image32.jpg"/><Relationship Id="rId34" Type="http://schemas.openxmlformats.org/officeDocument/2006/relationships/image" Target="../media/image47.png"/><Relationship Id="rId37" Type="http://schemas.openxmlformats.org/officeDocument/2006/relationships/image" Target="../media/image46.png"/><Relationship Id="rId36" Type="http://schemas.openxmlformats.org/officeDocument/2006/relationships/image" Target="../media/image51.jpg"/><Relationship Id="rId39" Type="http://schemas.openxmlformats.org/officeDocument/2006/relationships/image" Target="../media/image50.png"/><Relationship Id="rId38" Type="http://schemas.openxmlformats.org/officeDocument/2006/relationships/image" Target="../media/image45.png"/><Relationship Id="rId62" Type="http://schemas.openxmlformats.org/officeDocument/2006/relationships/image" Target="../media/image74.png"/><Relationship Id="rId61" Type="http://schemas.openxmlformats.org/officeDocument/2006/relationships/image" Target="../media/image106.png"/><Relationship Id="rId20" Type="http://schemas.openxmlformats.org/officeDocument/2006/relationships/image" Target="../media/image38.png"/><Relationship Id="rId64" Type="http://schemas.openxmlformats.org/officeDocument/2006/relationships/image" Target="../media/image110.png"/><Relationship Id="rId63" Type="http://schemas.openxmlformats.org/officeDocument/2006/relationships/image" Target="../media/image88.png"/><Relationship Id="rId22" Type="http://schemas.openxmlformats.org/officeDocument/2006/relationships/image" Target="../media/image44.png"/><Relationship Id="rId21" Type="http://schemas.openxmlformats.org/officeDocument/2006/relationships/image" Target="../media/image28.png"/><Relationship Id="rId65" Type="http://schemas.openxmlformats.org/officeDocument/2006/relationships/image" Target="../media/image77.png"/><Relationship Id="rId24" Type="http://schemas.openxmlformats.org/officeDocument/2006/relationships/image" Target="../media/image36.png"/><Relationship Id="rId23" Type="http://schemas.openxmlformats.org/officeDocument/2006/relationships/image" Target="../media/image54.png"/><Relationship Id="rId60" Type="http://schemas.openxmlformats.org/officeDocument/2006/relationships/image" Target="../media/image78.png"/><Relationship Id="rId26" Type="http://schemas.openxmlformats.org/officeDocument/2006/relationships/image" Target="../media/image40.jpg"/><Relationship Id="rId25" Type="http://schemas.openxmlformats.org/officeDocument/2006/relationships/image" Target="../media/image35.png"/><Relationship Id="rId28" Type="http://schemas.openxmlformats.org/officeDocument/2006/relationships/image" Target="../media/image52.png"/><Relationship Id="rId27" Type="http://schemas.openxmlformats.org/officeDocument/2006/relationships/image" Target="../media/image37.png"/><Relationship Id="rId29" Type="http://schemas.openxmlformats.org/officeDocument/2006/relationships/image" Target="../media/image111.png"/><Relationship Id="rId51" Type="http://schemas.openxmlformats.org/officeDocument/2006/relationships/image" Target="../media/image64.png"/><Relationship Id="rId50" Type="http://schemas.openxmlformats.org/officeDocument/2006/relationships/image" Target="../media/image59.jpg"/><Relationship Id="rId53" Type="http://schemas.openxmlformats.org/officeDocument/2006/relationships/image" Target="../media/image66.png"/><Relationship Id="rId52" Type="http://schemas.openxmlformats.org/officeDocument/2006/relationships/image" Target="../media/image62.jpg"/><Relationship Id="rId11" Type="http://schemas.openxmlformats.org/officeDocument/2006/relationships/image" Target="../media/image33.png"/><Relationship Id="rId55" Type="http://schemas.openxmlformats.org/officeDocument/2006/relationships/image" Target="../media/image69.png"/><Relationship Id="rId10" Type="http://schemas.openxmlformats.org/officeDocument/2006/relationships/image" Target="../media/image17.png"/><Relationship Id="rId54" Type="http://schemas.openxmlformats.org/officeDocument/2006/relationships/image" Target="../media/image60.png"/><Relationship Id="rId13" Type="http://schemas.openxmlformats.org/officeDocument/2006/relationships/image" Target="../media/image29.png"/><Relationship Id="rId57" Type="http://schemas.openxmlformats.org/officeDocument/2006/relationships/image" Target="../media/image68.png"/><Relationship Id="rId12" Type="http://schemas.openxmlformats.org/officeDocument/2006/relationships/image" Target="../media/image22.png"/><Relationship Id="rId56" Type="http://schemas.openxmlformats.org/officeDocument/2006/relationships/image" Target="../media/image72.png"/><Relationship Id="rId15" Type="http://schemas.openxmlformats.org/officeDocument/2006/relationships/image" Target="../media/image20.png"/><Relationship Id="rId59" Type="http://schemas.openxmlformats.org/officeDocument/2006/relationships/image" Target="../media/image93.png"/><Relationship Id="rId14" Type="http://schemas.openxmlformats.org/officeDocument/2006/relationships/image" Target="../media/image19.png"/><Relationship Id="rId58" Type="http://schemas.openxmlformats.org/officeDocument/2006/relationships/image" Target="../media/image73.png"/><Relationship Id="rId17" Type="http://schemas.openxmlformats.org/officeDocument/2006/relationships/image" Target="../media/image30.png"/><Relationship Id="rId16" Type="http://schemas.openxmlformats.org/officeDocument/2006/relationships/image" Target="../media/image24.jpg"/><Relationship Id="rId19" Type="http://schemas.openxmlformats.org/officeDocument/2006/relationships/image" Target="../media/image34.png"/><Relationship Id="rId18"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0.png"/><Relationship Id="rId4" Type="http://schemas.openxmlformats.org/officeDocument/2006/relationships/image" Target="../media/image71.png"/><Relationship Id="rId9" Type="http://schemas.openxmlformats.org/officeDocument/2006/relationships/image" Target="../media/image81.png"/><Relationship Id="rId5" Type="http://schemas.openxmlformats.org/officeDocument/2006/relationships/image" Target="../media/image79.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80.png"/><Relationship Id="rId11" Type="http://schemas.openxmlformats.org/officeDocument/2006/relationships/image" Target="../media/image90.png"/><Relationship Id="rId10" Type="http://schemas.openxmlformats.org/officeDocument/2006/relationships/image" Target="../media/image83.png"/><Relationship Id="rId13" Type="http://schemas.openxmlformats.org/officeDocument/2006/relationships/image" Target="../media/image89.png"/><Relationship Id="rId12" Type="http://schemas.openxmlformats.org/officeDocument/2006/relationships/image" Target="../media/image97.png"/><Relationship Id="rId14" Type="http://schemas.openxmlformats.org/officeDocument/2006/relationships/image" Target="../media/image9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4.png"/><Relationship Id="rId4" Type="http://schemas.openxmlformats.org/officeDocument/2006/relationships/image" Target="../media/image100.png"/><Relationship Id="rId5" Type="http://schemas.openxmlformats.org/officeDocument/2006/relationships/image" Target="../media/image98.png"/><Relationship Id="rId6" Type="http://schemas.openxmlformats.org/officeDocument/2006/relationships/image" Target="../media/image9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6.png"/><Relationship Id="rId4" Type="http://schemas.openxmlformats.org/officeDocument/2006/relationships/image" Target="../media/image85.png"/><Relationship Id="rId5" Type="http://schemas.openxmlformats.org/officeDocument/2006/relationships/image" Target="../media/image87.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6.png"/><Relationship Id="rId4" Type="http://schemas.openxmlformats.org/officeDocument/2006/relationships/image" Target="../media/image85.png"/><Relationship Id="rId5" Type="http://schemas.openxmlformats.org/officeDocument/2006/relationships/image" Target="../media/image87.png"/><Relationship Id="rId6" Type="http://schemas.openxmlformats.org/officeDocument/2006/relationships/image" Target="../media/image10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4.png"/><Relationship Id="rId4" Type="http://schemas.openxmlformats.org/officeDocument/2006/relationships/image" Target="../media/image10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monday.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academy.dealhub.io/app/learning_paths/264fbcf0-0903-49f5-8d15-e3e68325f4b4" TargetMode="External"/><Relationship Id="rId4" Type="http://schemas.openxmlformats.org/officeDocument/2006/relationships/hyperlink" Target="https://academy.dealhub.io/app/overview" TargetMode="External"/><Relationship Id="rId5" Type="http://schemas.openxmlformats.org/officeDocument/2006/relationships/hyperlink" Target="https://academy.dealhub.io/app/overview"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academy.dealhub.io/app/learning_paths/264fbcf0-0903-49f5-8d15-e3e68325f4b4" TargetMode="External"/><Relationship Id="rId4" Type="http://schemas.openxmlformats.org/officeDocument/2006/relationships/hyperlink" Target="https://academy.dealhub.io/app/overview" TargetMode="External"/><Relationship Id="rId5" Type="http://schemas.openxmlformats.org/officeDocument/2006/relationships/hyperlink" Target="https://academy.dealhub.io/app/overview"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5.png"/><Relationship Id="rId4" Type="http://schemas.openxmlformats.org/officeDocument/2006/relationships/image" Target="../media/image108.png"/><Relationship Id="rId5" Type="http://schemas.openxmlformats.org/officeDocument/2006/relationships/image" Target="../media/image104.png"/><Relationship Id="rId6" Type="http://schemas.openxmlformats.org/officeDocument/2006/relationships/image" Target="../media/image99.png"/><Relationship Id="rId7" Type="http://schemas.openxmlformats.org/officeDocument/2006/relationships/image" Target="../media/image101.png"/><Relationship Id="rId8" Type="http://schemas.openxmlformats.org/officeDocument/2006/relationships/image" Target="../media/image10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5.png"/><Relationship Id="rId4" Type="http://schemas.openxmlformats.org/officeDocument/2006/relationships/image" Target="../media/image108.png"/><Relationship Id="rId5" Type="http://schemas.openxmlformats.org/officeDocument/2006/relationships/image" Target="../media/image104.png"/><Relationship Id="rId6" Type="http://schemas.openxmlformats.org/officeDocument/2006/relationships/image" Target="../media/image99.png"/><Relationship Id="rId7" Type="http://schemas.openxmlformats.org/officeDocument/2006/relationships/image" Target="../media/image101.png"/><Relationship Id="rId8" Type="http://schemas.openxmlformats.org/officeDocument/2006/relationships/image" Target="../media/image10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9"/>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INTERNAL ONLY</a:t>
            </a:r>
            <a:endParaRPr/>
          </a:p>
        </p:txBody>
      </p:sp>
      <p:sp>
        <p:nvSpPr>
          <p:cNvPr id="47" name="Google Shape;47;p9"/>
          <p:cNvSpPr txBox="1"/>
          <p:nvPr>
            <p:ph idx="1" type="body"/>
          </p:nvPr>
        </p:nvSpPr>
        <p:spPr>
          <a:xfrm>
            <a:off x="334650" y="1171325"/>
            <a:ext cx="8430900" cy="374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are we changing the slides?</a:t>
            </a:r>
            <a:endParaRPr/>
          </a:p>
          <a:p>
            <a:pPr indent="-330200" lvl="0" marL="457200" rtl="0" algn="l">
              <a:spcBef>
                <a:spcPts val="1000"/>
              </a:spcBef>
              <a:spcAft>
                <a:spcPts val="0"/>
              </a:spcAft>
              <a:buSzPts val="1600"/>
              <a:buChar char="●"/>
            </a:pPr>
            <a:r>
              <a:rPr lang="en"/>
              <a:t>Be more consultative </a:t>
            </a:r>
            <a:endParaRPr/>
          </a:p>
          <a:p>
            <a:pPr indent="-330200" lvl="0" marL="457200" rtl="0" algn="l">
              <a:spcBef>
                <a:spcPts val="1000"/>
              </a:spcBef>
              <a:spcAft>
                <a:spcPts val="0"/>
              </a:spcAft>
              <a:buSzPts val="1600"/>
              <a:buChar char="●"/>
            </a:pPr>
            <a:r>
              <a:rPr lang="en"/>
              <a:t>Make the kick off more collaborative</a:t>
            </a:r>
            <a:endParaRPr/>
          </a:p>
          <a:p>
            <a:pPr indent="-330200" lvl="0" marL="457200" rtl="0" algn="l">
              <a:spcBef>
                <a:spcPts val="1000"/>
              </a:spcBef>
              <a:spcAft>
                <a:spcPts val="0"/>
              </a:spcAft>
              <a:buSzPts val="1600"/>
              <a:buChar char="●"/>
            </a:pPr>
            <a:r>
              <a:rPr lang="en"/>
              <a:t>KYC &amp; verify we align on customer KPIs</a:t>
            </a:r>
            <a:endParaRPr/>
          </a:p>
          <a:p>
            <a:pPr indent="-330200" lvl="0" marL="457200" rtl="0" algn="l">
              <a:spcBef>
                <a:spcPts val="1000"/>
              </a:spcBef>
              <a:spcAft>
                <a:spcPts val="0"/>
              </a:spcAft>
              <a:buSzPts val="1600"/>
              <a:buChar char="●"/>
            </a:pPr>
            <a:r>
              <a:rPr lang="en"/>
              <a:t>Q2R</a:t>
            </a:r>
            <a:endParaRPr/>
          </a:p>
          <a:p>
            <a:pPr indent="-330200" lvl="0" marL="457200" rtl="0" algn="l">
              <a:spcBef>
                <a:spcPts val="1000"/>
              </a:spcBef>
              <a:spcAft>
                <a:spcPts val="0"/>
              </a:spcAft>
              <a:buSzPts val="1600"/>
              <a:buChar char="●"/>
            </a:pPr>
            <a:r>
              <a:rPr lang="en"/>
              <a:t>Align on the role of the admin</a:t>
            </a:r>
            <a:endParaRPr/>
          </a:p>
          <a:p>
            <a:pPr indent="-330200" lvl="0" marL="457200" rtl="0" algn="l">
              <a:spcBef>
                <a:spcPts val="1000"/>
              </a:spcBef>
              <a:spcAft>
                <a:spcPts val="0"/>
              </a:spcAft>
              <a:buSzPts val="1600"/>
              <a:buChar char="●"/>
            </a:pPr>
            <a:r>
              <a:rPr lang="en"/>
              <a:t>Prep for analysis/discovery</a:t>
            </a:r>
            <a:endParaRPr/>
          </a:p>
          <a:p>
            <a:pPr indent="-330200" lvl="0" marL="457200" rtl="0" algn="l">
              <a:spcBef>
                <a:spcPts val="1000"/>
              </a:spcBef>
              <a:spcAft>
                <a:spcPts val="0"/>
              </a:spcAft>
              <a:buSzPts val="1600"/>
              <a:buChar char="●"/>
            </a:pPr>
            <a:r>
              <a:rPr lang="en"/>
              <a:t>Define next steps</a:t>
            </a:r>
            <a:endParaRPr/>
          </a:p>
          <a:p>
            <a:pPr indent="0" lvl="0" marL="0" rtl="0" algn="l">
              <a:spcBef>
                <a:spcPts val="1000"/>
              </a:spcBef>
              <a:spcAft>
                <a:spcPts val="1000"/>
              </a:spcAft>
              <a:buNone/>
            </a:pPr>
            <a:r>
              <a:t/>
            </a:r>
            <a:endParaRPr/>
          </a:p>
        </p:txBody>
      </p:sp>
      <p:sp>
        <p:nvSpPr>
          <p:cNvPr id="48" name="Google Shape;48;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title"/>
          </p:nvPr>
        </p:nvSpPr>
        <p:spPr>
          <a:xfrm>
            <a:off x="475692" y="1381260"/>
            <a:ext cx="6242700" cy="15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Client name &amp; </a:t>
            </a:r>
            <a:br>
              <a:rPr lang="en"/>
            </a:br>
            <a:r>
              <a:rPr lang="en"/>
              <a:t>DealHub</a:t>
            </a:r>
            <a:endParaRPr/>
          </a:p>
        </p:txBody>
      </p:sp>
      <p:sp>
        <p:nvSpPr>
          <p:cNvPr id="54" name="Google Shape;54;p10"/>
          <p:cNvSpPr txBox="1"/>
          <p:nvPr>
            <p:ph idx="1" type="subTitle"/>
          </p:nvPr>
        </p:nvSpPr>
        <p:spPr>
          <a:xfrm>
            <a:off x="475700" y="2900160"/>
            <a:ext cx="6861000" cy="66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Kick Off</a:t>
            </a:r>
            <a:endParaRPr/>
          </a:p>
        </p:txBody>
      </p:sp>
      <p:sp>
        <p:nvSpPr>
          <p:cNvPr id="55" name="Google Shape;55;p10"/>
          <p:cNvSpPr txBox="1"/>
          <p:nvPr/>
        </p:nvSpPr>
        <p:spPr>
          <a:xfrm>
            <a:off x="475700" y="3848500"/>
            <a:ext cx="47319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rgbClr val="F4F4F4"/>
                </a:solidFill>
                <a:latin typeface="DM Sans"/>
                <a:ea typeface="DM Sans"/>
                <a:cs typeface="DM Sans"/>
                <a:sym typeface="DM Sans"/>
              </a:rPr>
              <a:t>&lt;Presenter Full Name&gt;</a:t>
            </a:r>
            <a:endParaRPr>
              <a:solidFill>
                <a:srgbClr val="F4F4F4"/>
              </a:solidFill>
              <a:latin typeface="DM Sans"/>
              <a:ea typeface="DM Sans"/>
              <a:cs typeface="DM Sans"/>
              <a:sym typeface="DM Sans"/>
            </a:endParaRPr>
          </a:p>
          <a:p>
            <a:pPr indent="0" lvl="0" marL="0" rtl="0" algn="l">
              <a:lnSpc>
                <a:spcPct val="115000"/>
              </a:lnSpc>
              <a:spcBef>
                <a:spcPts val="0"/>
              </a:spcBef>
              <a:spcAft>
                <a:spcPts val="0"/>
              </a:spcAft>
              <a:buNone/>
            </a:pPr>
            <a:r>
              <a:rPr lang="en">
                <a:solidFill>
                  <a:srgbClr val="F4F4F4"/>
                </a:solidFill>
                <a:latin typeface="DM Sans"/>
                <a:ea typeface="DM Sans"/>
                <a:cs typeface="DM Sans"/>
                <a:sym typeface="DM Sans"/>
              </a:rPr>
              <a:t>&lt;Title&gt;</a:t>
            </a:r>
            <a:endParaRPr>
              <a:solidFill>
                <a:srgbClr val="F4F4F4"/>
              </a:solidFill>
              <a:latin typeface="DM Sans"/>
              <a:ea typeface="DM Sans"/>
              <a:cs typeface="DM Sans"/>
              <a:sym typeface="DM Sans"/>
            </a:endParaRPr>
          </a:p>
          <a:p>
            <a:pPr indent="0" lvl="0" marL="0" rtl="0" algn="l">
              <a:lnSpc>
                <a:spcPct val="115000"/>
              </a:lnSpc>
              <a:spcBef>
                <a:spcPts val="0"/>
              </a:spcBef>
              <a:spcAft>
                <a:spcPts val="0"/>
              </a:spcAft>
              <a:buNone/>
            </a:pPr>
            <a:r>
              <a:rPr lang="en">
                <a:solidFill>
                  <a:srgbClr val="F4F4F4"/>
                </a:solidFill>
                <a:latin typeface="DM Sans"/>
                <a:ea typeface="DM Sans"/>
                <a:cs typeface="DM Sans"/>
                <a:sym typeface="DM Sans"/>
              </a:rPr>
              <a:t>&lt;Date&gt;</a:t>
            </a:r>
            <a:endParaRPr sz="1200">
              <a:latin typeface="DM Sans"/>
              <a:ea typeface="DM Sans"/>
              <a:cs typeface="DM Sans"/>
              <a:sym typeface="DM Sans"/>
            </a:endParaRPr>
          </a:p>
        </p:txBody>
      </p:sp>
      <p:sp>
        <p:nvSpPr>
          <p:cNvPr id="56" name="Google Shape;56;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2" name="Google Shape;62;p11"/>
          <p:cNvSpPr txBox="1"/>
          <p:nvPr/>
        </p:nvSpPr>
        <p:spPr>
          <a:xfrm>
            <a:off x="339600" y="1845707"/>
            <a:ext cx="132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3000">
                <a:solidFill>
                  <a:srgbClr val="163C70"/>
                </a:solidFill>
                <a:latin typeface="Source Serif 4"/>
                <a:ea typeface="Source Serif 4"/>
                <a:cs typeface="Source Serif 4"/>
                <a:sym typeface="Source Serif 4"/>
              </a:rPr>
              <a:t>01</a:t>
            </a:r>
            <a:endParaRPr b="1" sz="2800">
              <a:latin typeface="Source Serif 4"/>
              <a:ea typeface="Source Serif 4"/>
              <a:cs typeface="Source Serif 4"/>
              <a:sym typeface="Source Serif 4"/>
            </a:endParaRPr>
          </a:p>
        </p:txBody>
      </p:sp>
      <p:sp>
        <p:nvSpPr>
          <p:cNvPr id="63" name="Google Shape;63;p11"/>
          <p:cNvSpPr txBox="1"/>
          <p:nvPr/>
        </p:nvSpPr>
        <p:spPr>
          <a:xfrm>
            <a:off x="334650" y="2470494"/>
            <a:ext cx="2344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500">
                <a:solidFill>
                  <a:srgbClr val="1B0244"/>
                </a:solidFill>
                <a:latin typeface="DM Sans"/>
                <a:ea typeface="DM Sans"/>
                <a:cs typeface="DM Sans"/>
                <a:sym typeface="DM Sans"/>
              </a:rPr>
              <a:t>Welcome to DealHub</a:t>
            </a:r>
            <a:endParaRPr sz="1500">
              <a:solidFill>
                <a:srgbClr val="1B0244"/>
              </a:solidFill>
            </a:endParaRPr>
          </a:p>
        </p:txBody>
      </p:sp>
      <p:cxnSp>
        <p:nvCxnSpPr>
          <p:cNvPr id="64" name="Google Shape;64;p11"/>
          <p:cNvCxnSpPr/>
          <p:nvPr/>
        </p:nvCxnSpPr>
        <p:spPr>
          <a:xfrm>
            <a:off x="423975" y="2430355"/>
            <a:ext cx="951900" cy="0"/>
          </a:xfrm>
          <a:prstGeom prst="straightConnector1">
            <a:avLst/>
          </a:prstGeom>
          <a:noFill/>
          <a:ln cap="flat" cmpd="sng" w="38100">
            <a:solidFill>
              <a:srgbClr val="23D1AF"/>
            </a:solidFill>
            <a:prstDash val="solid"/>
            <a:round/>
            <a:headEnd len="med" w="med" type="none"/>
            <a:tailEnd len="med" w="med" type="none"/>
          </a:ln>
        </p:spPr>
      </p:cxnSp>
      <p:sp>
        <p:nvSpPr>
          <p:cNvPr id="65" name="Google Shape;65;p11"/>
          <p:cNvSpPr txBox="1"/>
          <p:nvPr/>
        </p:nvSpPr>
        <p:spPr>
          <a:xfrm>
            <a:off x="3369300" y="2470494"/>
            <a:ext cx="2142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500">
                <a:solidFill>
                  <a:srgbClr val="1B0244"/>
                </a:solidFill>
                <a:latin typeface="DM Sans"/>
                <a:ea typeface="DM Sans"/>
                <a:cs typeface="DM Sans"/>
                <a:sym typeface="DM Sans"/>
              </a:rPr>
              <a:t>Getting to know you</a:t>
            </a:r>
            <a:endParaRPr sz="1500">
              <a:solidFill>
                <a:srgbClr val="1B0244"/>
              </a:solidFill>
            </a:endParaRPr>
          </a:p>
        </p:txBody>
      </p:sp>
      <p:cxnSp>
        <p:nvCxnSpPr>
          <p:cNvPr id="66" name="Google Shape;66;p11"/>
          <p:cNvCxnSpPr/>
          <p:nvPr/>
        </p:nvCxnSpPr>
        <p:spPr>
          <a:xfrm>
            <a:off x="3458625" y="2430355"/>
            <a:ext cx="951900" cy="0"/>
          </a:xfrm>
          <a:prstGeom prst="straightConnector1">
            <a:avLst/>
          </a:prstGeom>
          <a:noFill/>
          <a:ln cap="flat" cmpd="sng" w="38100">
            <a:solidFill>
              <a:srgbClr val="23D1AF"/>
            </a:solidFill>
            <a:prstDash val="solid"/>
            <a:round/>
            <a:headEnd len="med" w="med" type="none"/>
            <a:tailEnd len="med" w="med" type="none"/>
          </a:ln>
        </p:spPr>
      </p:cxnSp>
      <p:sp>
        <p:nvSpPr>
          <p:cNvPr id="67" name="Google Shape;67;p11"/>
          <p:cNvSpPr txBox="1"/>
          <p:nvPr/>
        </p:nvSpPr>
        <p:spPr>
          <a:xfrm>
            <a:off x="6201750" y="2470494"/>
            <a:ext cx="17787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500">
                <a:solidFill>
                  <a:srgbClr val="1B0244"/>
                </a:solidFill>
                <a:latin typeface="DM Sans"/>
                <a:ea typeface="DM Sans"/>
                <a:cs typeface="DM Sans"/>
                <a:sym typeface="DM Sans"/>
              </a:rPr>
              <a:t>Project timeline</a:t>
            </a:r>
            <a:endParaRPr sz="1500">
              <a:solidFill>
                <a:srgbClr val="1B0244"/>
              </a:solidFill>
              <a:latin typeface="DM Sans"/>
              <a:ea typeface="DM Sans"/>
              <a:cs typeface="DM Sans"/>
              <a:sym typeface="DM Sans"/>
            </a:endParaRPr>
          </a:p>
        </p:txBody>
      </p:sp>
      <p:cxnSp>
        <p:nvCxnSpPr>
          <p:cNvPr id="68" name="Google Shape;68;p11"/>
          <p:cNvCxnSpPr/>
          <p:nvPr/>
        </p:nvCxnSpPr>
        <p:spPr>
          <a:xfrm>
            <a:off x="6291075" y="2430355"/>
            <a:ext cx="951900" cy="0"/>
          </a:xfrm>
          <a:prstGeom prst="straightConnector1">
            <a:avLst/>
          </a:prstGeom>
          <a:noFill/>
          <a:ln cap="flat" cmpd="sng" w="38100">
            <a:solidFill>
              <a:srgbClr val="23D1AF"/>
            </a:solidFill>
            <a:prstDash val="solid"/>
            <a:round/>
            <a:headEnd len="med" w="med" type="none"/>
            <a:tailEnd len="med" w="med" type="none"/>
          </a:ln>
        </p:spPr>
      </p:cxnSp>
      <p:sp>
        <p:nvSpPr>
          <p:cNvPr id="69" name="Google Shape;69;p11"/>
          <p:cNvSpPr txBox="1"/>
          <p:nvPr/>
        </p:nvSpPr>
        <p:spPr>
          <a:xfrm>
            <a:off x="334650" y="3844475"/>
            <a:ext cx="2344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500">
                <a:solidFill>
                  <a:srgbClr val="1B0244"/>
                </a:solidFill>
                <a:latin typeface="DM Sans"/>
                <a:ea typeface="DM Sans"/>
                <a:cs typeface="DM Sans"/>
                <a:sym typeface="DM Sans"/>
              </a:rPr>
              <a:t>Team &amp; responsibilities</a:t>
            </a:r>
            <a:endParaRPr sz="1500">
              <a:solidFill>
                <a:srgbClr val="1B0244"/>
              </a:solidFill>
            </a:endParaRPr>
          </a:p>
        </p:txBody>
      </p:sp>
      <p:cxnSp>
        <p:nvCxnSpPr>
          <p:cNvPr id="70" name="Google Shape;70;p11"/>
          <p:cNvCxnSpPr/>
          <p:nvPr/>
        </p:nvCxnSpPr>
        <p:spPr>
          <a:xfrm>
            <a:off x="423975" y="3804337"/>
            <a:ext cx="951900" cy="0"/>
          </a:xfrm>
          <a:prstGeom prst="straightConnector1">
            <a:avLst/>
          </a:prstGeom>
          <a:noFill/>
          <a:ln cap="flat" cmpd="sng" w="38100">
            <a:solidFill>
              <a:srgbClr val="23D1AF"/>
            </a:solidFill>
            <a:prstDash val="solid"/>
            <a:round/>
            <a:headEnd len="med" w="med" type="none"/>
            <a:tailEnd len="med" w="med" type="none"/>
          </a:ln>
        </p:spPr>
      </p:cxnSp>
      <p:sp>
        <p:nvSpPr>
          <p:cNvPr id="71" name="Google Shape;71;p11"/>
          <p:cNvSpPr txBox="1"/>
          <p:nvPr/>
        </p:nvSpPr>
        <p:spPr>
          <a:xfrm>
            <a:off x="3369300" y="3844481"/>
            <a:ext cx="1718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500">
                <a:solidFill>
                  <a:srgbClr val="1B0244"/>
                </a:solidFill>
                <a:latin typeface="DM Sans"/>
                <a:ea typeface="DM Sans"/>
                <a:cs typeface="DM Sans"/>
                <a:sym typeface="DM Sans"/>
              </a:rPr>
              <a:t>Next steps</a:t>
            </a:r>
            <a:endParaRPr sz="1500">
              <a:solidFill>
                <a:srgbClr val="1B0244"/>
              </a:solidFill>
            </a:endParaRPr>
          </a:p>
        </p:txBody>
      </p:sp>
      <p:cxnSp>
        <p:nvCxnSpPr>
          <p:cNvPr id="72" name="Google Shape;72;p11"/>
          <p:cNvCxnSpPr/>
          <p:nvPr/>
        </p:nvCxnSpPr>
        <p:spPr>
          <a:xfrm>
            <a:off x="3458625" y="3804337"/>
            <a:ext cx="951900" cy="0"/>
          </a:xfrm>
          <a:prstGeom prst="straightConnector1">
            <a:avLst/>
          </a:prstGeom>
          <a:noFill/>
          <a:ln cap="flat" cmpd="sng" w="38100">
            <a:solidFill>
              <a:srgbClr val="23D1AF"/>
            </a:solidFill>
            <a:prstDash val="solid"/>
            <a:round/>
            <a:headEnd len="med" w="med" type="none"/>
            <a:tailEnd len="med" w="med" type="none"/>
          </a:ln>
        </p:spPr>
      </p:cxnSp>
      <p:sp>
        <p:nvSpPr>
          <p:cNvPr id="73" name="Google Shape;73;p11"/>
          <p:cNvSpPr txBox="1"/>
          <p:nvPr/>
        </p:nvSpPr>
        <p:spPr>
          <a:xfrm>
            <a:off x="3384404" y="1845707"/>
            <a:ext cx="132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3000">
                <a:solidFill>
                  <a:srgbClr val="163C70"/>
                </a:solidFill>
                <a:latin typeface="Source Serif 4"/>
                <a:ea typeface="Source Serif 4"/>
                <a:cs typeface="Source Serif 4"/>
                <a:sym typeface="Source Serif 4"/>
              </a:rPr>
              <a:t>02</a:t>
            </a:r>
            <a:endParaRPr b="1" sz="2800">
              <a:latin typeface="Source Serif 4"/>
              <a:ea typeface="Source Serif 4"/>
              <a:cs typeface="Source Serif 4"/>
              <a:sym typeface="Source Serif 4"/>
            </a:endParaRPr>
          </a:p>
        </p:txBody>
      </p:sp>
      <p:sp>
        <p:nvSpPr>
          <p:cNvPr id="74" name="Google Shape;74;p11"/>
          <p:cNvSpPr txBox="1"/>
          <p:nvPr/>
        </p:nvSpPr>
        <p:spPr>
          <a:xfrm>
            <a:off x="6202090" y="1845707"/>
            <a:ext cx="132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3000">
                <a:solidFill>
                  <a:srgbClr val="163C70"/>
                </a:solidFill>
                <a:latin typeface="Source Serif 4"/>
                <a:ea typeface="Source Serif 4"/>
                <a:cs typeface="Source Serif 4"/>
                <a:sym typeface="Source Serif 4"/>
              </a:rPr>
              <a:t>03</a:t>
            </a:r>
            <a:endParaRPr b="1" sz="2800">
              <a:latin typeface="Source Serif 4"/>
              <a:ea typeface="Source Serif 4"/>
              <a:cs typeface="Source Serif 4"/>
              <a:sym typeface="Source Serif 4"/>
            </a:endParaRPr>
          </a:p>
        </p:txBody>
      </p:sp>
      <p:sp>
        <p:nvSpPr>
          <p:cNvPr id="75" name="Google Shape;75;p11"/>
          <p:cNvSpPr txBox="1"/>
          <p:nvPr/>
        </p:nvSpPr>
        <p:spPr>
          <a:xfrm>
            <a:off x="339600" y="3222722"/>
            <a:ext cx="132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3000">
                <a:solidFill>
                  <a:srgbClr val="163C70"/>
                </a:solidFill>
                <a:latin typeface="Source Serif 4"/>
                <a:ea typeface="Source Serif 4"/>
                <a:cs typeface="Source Serif 4"/>
                <a:sym typeface="Source Serif 4"/>
              </a:rPr>
              <a:t>04</a:t>
            </a:r>
            <a:endParaRPr b="1" sz="2800">
              <a:latin typeface="Source Serif 4"/>
              <a:ea typeface="Source Serif 4"/>
              <a:cs typeface="Source Serif 4"/>
              <a:sym typeface="Source Serif 4"/>
            </a:endParaRPr>
          </a:p>
        </p:txBody>
      </p:sp>
      <p:sp>
        <p:nvSpPr>
          <p:cNvPr id="76" name="Google Shape;76;p11"/>
          <p:cNvSpPr txBox="1"/>
          <p:nvPr/>
        </p:nvSpPr>
        <p:spPr>
          <a:xfrm>
            <a:off x="3384404" y="3222722"/>
            <a:ext cx="13278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3000">
                <a:solidFill>
                  <a:srgbClr val="163C70"/>
                </a:solidFill>
                <a:latin typeface="Source Serif 4"/>
                <a:ea typeface="Source Serif 4"/>
                <a:cs typeface="Source Serif 4"/>
                <a:sym typeface="Source Serif 4"/>
              </a:rPr>
              <a:t>05</a:t>
            </a:r>
            <a:endParaRPr b="1" sz="2800">
              <a:latin typeface="Source Serif 4"/>
              <a:ea typeface="Source Serif 4"/>
              <a:cs typeface="Source Serif 4"/>
              <a:sym typeface="Source Serif 4"/>
            </a:endParaRPr>
          </a:p>
        </p:txBody>
      </p:sp>
      <p:sp>
        <p:nvSpPr>
          <p:cNvPr id="77" name="Google Shape;77;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2"/>
          <p:cNvSpPr txBox="1"/>
          <p:nvPr>
            <p:ph type="title"/>
          </p:nvPr>
        </p:nvSpPr>
        <p:spPr>
          <a:xfrm>
            <a:off x="394825" y="1734754"/>
            <a:ext cx="3864600" cy="12477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sz="4000">
                <a:solidFill>
                  <a:srgbClr val="0F2552"/>
                </a:solidFill>
                <a:latin typeface="Source Serif 4 SemiBold"/>
                <a:ea typeface="Source Serif 4 SemiBold"/>
                <a:cs typeface="Source Serif 4 SemiBold"/>
                <a:sym typeface="Source Serif 4 SemiBold"/>
              </a:rPr>
              <a:t>Welcome to DealHub</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10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p:txBody>
      </p:sp>
      <p:sp>
        <p:nvSpPr>
          <p:cNvPr id="83" name="Google Shape;83;p12"/>
          <p:cNvSpPr txBox="1"/>
          <p:nvPr>
            <p:ph idx="1" type="subTitle"/>
          </p:nvPr>
        </p:nvSpPr>
        <p:spPr>
          <a:xfrm>
            <a:off x="369417" y="114137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84" name="Google Shape;84;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DealHub Reach</a:t>
            </a:r>
            <a:endParaRPr/>
          </a:p>
        </p:txBody>
      </p:sp>
      <p:sp>
        <p:nvSpPr>
          <p:cNvPr id="90" name="Google Shape;90;p13"/>
          <p:cNvSpPr txBox="1"/>
          <p:nvPr>
            <p:ph idx="1" type="body"/>
          </p:nvPr>
        </p:nvSpPr>
        <p:spPr>
          <a:xfrm>
            <a:off x="328725" y="856575"/>
            <a:ext cx="2741700" cy="44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Global Enterprise Experience</a:t>
            </a:r>
            <a:endParaRPr sz="1500"/>
          </a:p>
          <a:p>
            <a:pPr indent="0" lvl="0" marL="0" rtl="0" algn="l">
              <a:spcBef>
                <a:spcPts val="1000"/>
              </a:spcBef>
              <a:spcAft>
                <a:spcPts val="0"/>
              </a:spcAft>
              <a:buNone/>
            </a:pPr>
            <a:r>
              <a:rPr lang="en"/>
              <a:t>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pic>
        <p:nvPicPr>
          <p:cNvPr id="91" name="Google Shape;91;p13" title="4.png"/>
          <p:cNvPicPr preferRelativeResize="0"/>
          <p:nvPr/>
        </p:nvPicPr>
        <p:blipFill>
          <a:blip r:embed="rId3">
            <a:alphaModFix/>
          </a:blip>
          <a:stretch>
            <a:fillRect/>
          </a:stretch>
        </p:blipFill>
        <p:spPr>
          <a:xfrm>
            <a:off x="470047" y="2959684"/>
            <a:ext cx="315871" cy="300000"/>
          </a:xfrm>
          <a:prstGeom prst="rect">
            <a:avLst/>
          </a:prstGeom>
          <a:noFill/>
          <a:ln>
            <a:noFill/>
          </a:ln>
        </p:spPr>
      </p:pic>
      <p:sp>
        <p:nvSpPr>
          <p:cNvPr id="92" name="Google Shape;92;p13"/>
          <p:cNvSpPr txBox="1"/>
          <p:nvPr/>
        </p:nvSpPr>
        <p:spPr>
          <a:xfrm>
            <a:off x="807577" y="2968300"/>
            <a:ext cx="1293000" cy="351300"/>
          </a:xfrm>
          <a:prstGeom prst="rect">
            <a:avLst/>
          </a:prstGeom>
          <a:noFill/>
          <a:ln>
            <a:noFill/>
          </a:ln>
        </p:spPr>
        <p:txBody>
          <a:bodyPr anchorCtr="0" anchor="t" bIns="79300" lIns="79300" spcFirstLastPara="1" rIns="79300" wrap="square" tIns="79300">
            <a:spAutoFit/>
          </a:bodyPr>
          <a:lstStyle/>
          <a:p>
            <a:pPr indent="0" lvl="0" marL="0" rtl="0" algn="ctr">
              <a:spcBef>
                <a:spcPts val="0"/>
              </a:spcBef>
              <a:spcAft>
                <a:spcPts val="0"/>
              </a:spcAft>
              <a:buNone/>
            </a:pPr>
            <a:r>
              <a:rPr lang="en" sz="1241">
                <a:solidFill>
                  <a:srgbClr val="0F2552"/>
                </a:solidFill>
                <a:latin typeface="DM Sans"/>
                <a:ea typeface="DM Sans"/>
                <a:cs typeface="DM Sans"/>
                <a:sym typeface="DM Sans"/>
              </a:rPr>
              <a:t>Founded </a:t>
            </a:r>
            <a:r>
              <a:rPr b="1" lang="en" sz="1241">
                <a:solidFill>
                  <a:srgbClr val="0F2552"/>
                </a:solidFill>
                <a:latin typeface="DM Sans"/>
                <a:ea typeface="DM Sans"/>
                <a:cs typeface="DM Sans"/>
                <a:sym typeface="DM Sans"/>
              </a:rPr>
              <a:t>2014</a:t>
            </a:r>
            <a:endParaRPr b="1" sz="1241">
              <a:solidFill>
                <a:srgbClr val="0F2552"/>
              </a:solidFill>
              <a:latin typeface="DM Sans"/>
              <a:ea typeface="DM Sans"/>
              <a:cs typeface="DM Sans"/>
              <a:sym typeface="DM Sans"/>
            </a:endParaRPr>
          </a:p>
        </p:txBody>
      </p:sp>
      <p:sp>
        <p:nvSpPr>
          <p:cNvPr id="93" name="Google Shape;93;p13"/>
          <p:cNvSpPr txBox="1"/>
          <p:nvPr/>
        </p:nvSpPr>
        <p:spPr>
          <a:xfrm>
            <a:off x="742389" y="3562267"/>
            <a:ext cx="1520400" cy="351300"/>
          </a:xfrm>
          <a:prstGeom prst="rect">
            <a:avLst/>
          </a:prstGeom>
          <a:noFill/>
          <a:ln>
            <a:noFill/>
          </a:ln>
        </p:spPr>
        <p:txBody>
          <a:bodyPr anchorCtr="0" anchor="t" bIns="79300" lIns="79300" spcFirstLastPara="1" rIns="79300" wrap="square" tIns="79300">
            <a:spAutoFit/>
          </a:bodyPr>
          <a:lstStyle/>
          <a:p>
            <a:pPr indent="0" lvl="0" marL="0" rtl="0" algn="ctr">
              <a:spcBef>
                <a:spcPts val="0"/>
              </a:spcBef>
              <a:spcAft>
                <a:spcPts val="0"/>
              </a:spcAft>
              <a:buNone/>
            </a:pPr>
            <a:r>
              <a:rPr b="1" lang="en" sz="1241">
                <a:solidFill>
                  <a:srgbClr val="0F2552"/>
                </a:solidFill>
                <a:latin typeface="DM Sans"/>
                <a:ea typeface="DM Sans"/>
                <a:cs typeface="DM Sans"/>
                <a:sym typeface="DM Sans"/>
              </a:rPr>
              <a:t>250</a:t>
            </a:r>
            <a:r>
              <a:rPr lang="en" sz="1241">
                <a:solidFill>
                  <a:srgbClr val="0F2552"/>
                </a:solidFill>
                <a:latin typeface="DM Sans"/>
                <a:ea typeface="DM Sans"/>
                <a:cs typeface="DM Sans"/>
                <a:sym typeface="DM Sans"/>
              </a:rPr>
              <a:t> Employees</a:t>
            </a:r>
            <a:endParaRPr b="1" sz="1241">
              <a:solidFill>
                <a:srgbClr val="0F2552"/>
              </a:solidFill>
              <a:latin typeface="DM Sans"/>
              <a:ea typeface="DM Sans"/>
              <a:cs typeface="DM Sans"/>
              <a:sym typeface="DM Sans"/>
            </a:endParaRPr>
          </a:p>
        </p:txBody>
      </p:sp>
      <p:pic>
        <p:nvPicPr>
          <p:cNvPr id="94" name="Google Shape;94;p13" title="7.png"/>
          <p:cNvPicPr preferRelativeResize="0"/>
          <p:nvPr/>
        </p:nvPicPr>
        <p:blipFill>
          <a:blip r:embed="rId4">
            <a:alphaModFix/>
          </a:blip>
          <a:stretch>
            <a:fillRect/>
          </a:stretch>
        </p:blipFill>
        <p:spPr>
          <a:xfrm>
            <a:off x="462355" y="4145881"/>
            <a:ext cx="353150" cy="322627"/>
          </a:xfrm>
          <a:prstGeom prst="rect">
            <a:avLst/>
          </a:prstGeom>
          <a:noFill/>
          <a:ln>
            <a:noFill/>
          </a:ln>
        </p:spPr>
      </p:pic>
      <p:sp>
        <p:nvSpPr>
          <p:cNvPr id="95" name="Google Shape;95;p13"/>
          <p:cNvSpPr txBox="1"/>
          <p:nvPr/>
        </p:nvSpPr>
        <p:spPr>
          <a:xfrm>
            <a:off x="735840" y="4137600"/>
            <a:ext cx="1641900" cy="351300"/>
          </a:xfrm>
          <a:prstGeom prst="rect">
            <a:avLst/>
          </a:prstGeom>
          <a:noFill/>
          <a:ln>
            <a:noFill/>
          </a:ln>
        </p:spPr>
        <p:txBody>
          <a:bodyPr anchorCtr="0" anchor="t" bIns="79300" lIns="79300" spcFirstLastPara="1" rIns="79300" wrap="square" tIns="79300">
            <a:spAutoFit/>
          </a:bodyPr>
          <a:lstStyle/>
          <a:p>
            <a:pPr indent="0" lvl="0" marL="0" rtl="0" algn="ctr">
              <a:spcBef>
                <a:spcPts val="0"/>
              </a:spcBef>
              <a:spcAft>
                <a:spcPts val="0"/>
              </a:spcAft>
              <a:buNone/>
            </a:pPr>
            <a:r>
              <a:rPr b="1" lang="en" sz="1241">
                <a:solidFill>
                  <a:srgbClr val="0F2552"/>
                </a:solidFill>
                <a:latin typeface="DM Sans"/>
                <a:ea typeface="DM Sans"/>
                <a:cs typeface="DM Sans"/>
                <a:sym typeface="DM Sans"/>
              </a:rPr>
              <a:t>&gt;800</a:t>
            </a:r>
            <a:r>
              <a:rPr lang="en" sz="1241">
                <a:solidFill>
                  <a:srgbClr val="0F2552"/>
                </a:solidFill>
                <a:latin typeface="DM Sans"/>
                <a:ea typeface="DM Sans"/>
                <a:cs typeface="DM Sans"/>
                <a:sym typeface="DM Sans"/>
              </a:rPr>
              <a:t> Customers</a:t>
            </a:r>
            <a:endParaRPr b="1" sz="1241">
              <a:solidFill>
                <a:srgbClr val="0F2552"/>
              </a:solidFill>
              <a:latin typeface="DM Sans"/>
              <a:ea typeface="DM Sans"/>
              <a:cs typeface="DM Sans"/>
              <a:sym typeface="DM Sans"/>
            </a:endParaRPr>
          </a:p>
        </p:txBody>
      </p:sp>
      <p:sp>
        <p:nvSpPr>
          <p:cNvPr id="96" name="Google Shape;96;p13"/>
          <p:cNvSpPr txBox="1"/>
          <p:nvPr/>
        </p:nvSpPr>
        <p:spPr>
          <a:xfrm>
            <a:off x="2876105" y="3571267"/>
            <a:ext cx="1198500" cy="351300"/>
          </a:xfrm>
          <a:prstGeom prst="rect">
            <a:avLst/>
          </a:prstGeom>
          <a:noFill/>
          <a:ln>
            <a:noFill/>
          </a:ln>
        </p:spPr>
        <p:txBody>
          <a:bodyPr anchorCtr="0" anchor="t" bIns="79300" lIns="79300" spcFirstLastPara="1" rIns="79300" wrap="square" tIns="79300">
            <a:spAutoFit/>
          </a:bodyPr>
          <a:lstStyle/>
          <a:p>
            <a:pPr indent="0" lvl="0" marL="0" rtl="0" algn="ctr">
              <a:spcBef>
                <a:spcPts val="0"/>
              </a:spcBef>
              <a:spcAft>
                <a:spcPts val="0"/>
              </a:spcAft>
              <a:buNone/>
            </a:pPr>
            <a:r>
              <a:rPr b="1" lang="en" sz="1241">
                <a:solidFill>
                  <a:srgbClr val="0F2552"/>
                </a:solidFill>
                <a:latin typeface="DM Sans"/>
                <a:ea typeface="DM Sans"/>
                <a:cs typeface="DM Sans"/>
                <a:sym typeface="DM Sans"/>
              </a:rPr>
              <a:t>12</a:t>
            </a:r>
            <a:r>
              <a:rPr lang="en" sz="1241">
                <a:solidFill>
                  <a:srgbClr val="0F2552"/>
                </a:solidFill>
                <a:latin typeface="DM Sans"/>
                <a:ea typeface="DM Sans"/>
                <a:cs typeface="DM Sans"/>
                <a:sym typeface="DM Sans"/>
              </a:rPr>
              <a:t> Locations</a:t>
            </a:r>
            <a:endParaRPr b="1" sz="1241">
              <a:solidFill>
                <a:srgbClr val="0F2552"/>
              </a:solidFill>
              <a:latin typeface="DM Sans"/>
              <a:ea typeface="DM Sans"/>
              <a:cs typeface="DM Sans"/>
              <a:sym typeface="DM Sans"/>
            </a:endParaRPr>
          </a:p>
        </p:txBody>
      </p:sp>
      <p:pic>
        <p:nvPicPr>
          <p:cNvPr id="97" name="Google Shape;97;p13" title="8.png"/>
          <p:cNvPicPr preferRelativeResize="0"/>
          <p:nvPr/>
        </p:nvPicPr>
        <p:blipFill>
          <a:blip r:embed="rId5">
            <a:alphaModFix/>
          </a:blip>
          <a:stretch>
            <a:fillRect/>
          </a:stretch>
        </p:blipFill>
        <p:spPr>
          <a:xfrm>
            <a:off x="2672904" y="3576167"/>
            <a:ext cx="234750" cy="299993"/>
          </a:xfrm>
          <a:prstGeom prst="rect">
            <a:avLst/>
          </a:prstGeom>
          <a:noFill/>
          <a:ln>
            <a:noFill/>
          </a:ln>
        </p:spPr>
      </p:pic>
      <p:pic>
        <p:nvPicPr>
          <p:cNvPr id="98" name="Google Shape;98;p13" title="9.png"/>
          <p:cNvPicPr preferRelativeResize="0"/>
          <p:nvPr/>
        </p:nvPicPr>
        <p:blipFill rotWithShape="1">
          <a:blip r:embed="rId6">
            <a:alphaModFix/>
          </a:blip>
          <a:srcRect b="0" l="0" r="0" t="0"/>
          <a:stretch/>
        </p:blipFill>
        <p:spPr>
          <a:xfrm>
            <a:off x="2672903" y="4134143"/>
            <a:ext cx="234752" cy="335400"/>
          </a:xfrm>
          <a:prstGeom prst="rect">
            <a:avLst/>
          </a:prstGeom>
          <a:noFill/>
          <a:ln>
            <a:noFill/>
          </a:ln>
        </p:spPr>
      </p:pic>
      <p:sp>
        <p:nvSpPr>
          <p:cNvPr id="99" name="Google Shape;99;p13"/>
          <p:cNvSpPr txBox="1"/>
          <p:nvPr/>
        </p:nvSpPr>
        <p:spPr>
          <a:xfrm>
            <a:off x="2808624" y="4141750"/>
            <a:ext cx="1367400" cy="351300"/>
          </a:xfrm>
          <a:prstGeom prst="rect">
            <a:avLst/>
          </a:prstGeom>
          <a:noFill/>
          <a:ln>
            <a:noFill/>
          </a:ln>
        </p:spPr>
        <p:txBody>
          <a:bodyPr anchorCtr="0" anchor="t" bIns="79300" lIns="79300" spcFirstLastPara="1" rIns="79300" wrap="square" tIns="79300">
            <a:spAutoFit/>
          </a:bodyPr>
          <a:lstStyle/>
          <a:p>
            <a:pPr indent="0" lvl="0" marL="0" rtl="0" algn="ctr">
              <a:spcBef>
                <a:spcPts val="0"/>
              </a:spcBef>
              <a:spcAft>
                <a:spcPts val="0"/>
              </a:spcAft>
              <a:buNone/>
            </a:pPr>
            <a:r>
              <a:rPr b="1" lang="en" sz="1241">
                <a:solidFill>
                  <a:srgbClr val="0F2552"/>
                </a:solidFill>
                <a:latin typeface="DM Sans"/>
                <a:ea typeface="DM Sans"/>
                <a:cs typeface="DM Sans"/>
                <a:sym typeface="DM Sans"/>
              </a:rPr>
              <a:t>30 </a:t>
            </a:r>
            <a:r>
              <a:rPr lang="en" sz="1241">
                <a:solidFill>
                  <a:srgbClr val="0F2552"/>
                </a:solidFill>
                <a:latin typeface="DM Sans"/>
                <a:ea typeface="DM Sans"/>
                <a:cs typeface="DM Sans"/>
                <a:sym typeface="DM Sans"/>
              </a:rPr>
              <a:t>Countries</a:t>
            </a:r>
            <a:endParaRPr sz="1241">
              <a:solidFill>
                <a:srgbClr val="0F2552"/>
              </a:solidFill>
              <a:latin typeface="DM Sans"/>
              <a:ea typeface="DM Sans"/>
              <a:cs typeface="DM Sans"/>
              <a:sym typeface="DM Sans"/>
            </a:endParaRPr>
          </a:p>
        </p:txBody>
      </p:sp>
      <p:grpSp>
        <p:nvGrpSpPr>
          <p:cNvPr id="100" name="Google Shape;100;p13"/>
          <p:cNvGrpSpPr/>
          <p:nvPr/>
        </p:nvGrpSpPr>
        <p:grpSpPr>
          <a:xfrm>
            <a:off x="3823911" y="1851294"/>
            <a:ext cx="5128907" cy="2714715"/>
            <a:chOff x="328725" y="1655163"/>
            <a:chExt cx="4963139" cy="2626974"/>
          </a:xfrm>
        </p:grpSpPr>
        <p:pic>
          <p:nvPicPr>
            <p:cNvPr id="101" name="Google Shape;101;p13" title="pic (6).png"/>
            <p:cNvPicPr preferRelativeResize="0"/>
            <p:nvPr/>
          </p:nvPicPr>
          <p:blipFill rotWithShape="1">
            <a:blip r:embed="rId7">
              <a:alphaModFix/>
            </a:blip>
            <a:srcRect b="0" l="0" r="0" t="0"/>
            <a:stretch/>
          </p:blipFill>
          <p:spPr>
            <a:xfrm>
              <a:off x="328725" y="1655163"/>
              <a:ext cx="4963139" cy="2626974"/>
            </a:xfrm>
            <a:prstGeom prst="rect">
              <a:avLst/>
            </a:prstGeom>
            <a:noFill/>
            <a:ln>
              <a:noFill/>
            </a:ln>
          </p:spPr>
        </p:pic>
        <p:pic>
          <p:nvPicPr>
            <p:cNvPr id="102" name="Google Shape;102;p13" title="8.png"/>
            <p:cNvPicPr preferRelativeResize="0"/>
            <p:nvPr/>
          </p:nvPicPr>
          <p:blipFill>
            <a:blip r:embed="rId5">
              <a:alphaModFix/>
            </a:blip>
            <a:stretch>
              <a:fillRect/>
            </a:stretch>
          </p:blipFill>
          <p:spPr>
            <a:xfrm>
              <a:off x="3081322" y="2680190"/>
              <a:ext cx="185647" cy="237225"/>
            </a:xfrm>
            <a:prstGeom prst="rect">
              <a:avLst/>
            </a:prstGeom>
            <a:noFill/>
            <a:ln>
              <a:noFill/>
            </a:ln>
          </p:spPr>
        </p:pic>
        <p:pic>
          <p:nvPicPr>
            <p:cNvPr id="103" name="Google Shape;103;p13" title="8.png"/>
            <p:cNvPicPr preferRelativeResize="0"/>
            <p:nvPr/>
          </p:nvPicPr>
          <p:blipFill>
            <a:blip r:embed="rId5">
              <a:alphaModFix/>
            </a:blip>
            <a:stretch>
              <a:fillRect/>
            </a:stretch>
          </p:blipFill>
          <p:spPr>
            <a:xfrm>
              <a:off x="2830936" y="2514335"/>
              <a:ext cx="124225" cy="158736"/>
            </a:xfrm>
            <a:prstGeom prst="rect">
              <a:avLst/>
            </a:prstGeom>
            <a:noFill/>
            <a:ln>
              <a:noFill/>
            </a:ln>
          </p:spPr>
        </p:pic>
        <p:pic>
          <p:nvPicPr>
            <p:cNvPr id="104" name="Google Shape;104;p13" title="8.png"/>
            <p:cNvPicPr preferRelativeResize="0"/>
            <p:nvPr/>
          </p:nvPicPr>
          <p:blipFill>
            <a:blip r:embed="rId5">
              <a:alphaModFix/>
            </a:blip>
            <a:stretch>
              <a:fillRect/>
            </a:stretch>
          </p:blipFill>
          <p:spPr>
            <a:xfrm>
              <a:off x="2955786" y="2446789"/>
              <a:ext cx="124225" cy="158736"/>
            </a:xfrm>
            <a:prstGeom prst="rect">
              <a:avLst/>
            </a:prstGeom>
            <a:noFill/>
            <a:ln>
              <a:noFill/>
            </a:ln>
          </p:spPr>
        </p:pic>
        <p:pic>
          <p:nvPicPr>
            <p:cNvPr id="105" name="Google Shape;105;p13" title="8.png"/>
            <p:cNvPicPr preferRelativeResize="0"/>
            <p:nvPr/>
          </p:nvPicPr>
          <p:blipFill>
            <a:blip r:embed="rId5">
              <a:alphaModFix/>
            </a:blip>
            <a:stretch>
              <a:fillRect/>
            </a:stretch>
          </p:blipFill>
          <p:spPr>
            <a:xfrm>
              <a:off x="3714636" y="2946235"/>
              <a:ext cx="124225" cy="158736"/>
            </a:xfrm>
            <a:prstGeom prst="rect">
              <a:avLst/>
            </a:prstGeom>
            <a:noFill/>
            <a:ln>
              <a:noFill/>
            </a:ln>
          </p:spPr>
        </p:pic>
        <p:pic>
          <p:nvPicPr>
            <p:cNvPr id="106" name="Google Shape;106;p13" title="8.png"/>
            <p:cNvPicPr preferRelativeResize="0"/>
            <p:nvPr/>
          </p:nvPicPr>
          <p:blipFill>
            <a:blip r:embed="rId5">
              <a:alphaModFix/>
            </a:blip>
            <a:stretch>
              <a:fillRect/>
            </a:stretch>
          </p:blipFill>
          <p:spPr>
            <a:xfrm>
              <a:off x="4358523" y="3056060"/>
              <a:ext cx="124225" cy="158736"/>
            </a:xfrm>
            <a:prstGeom prst="rect">
              <a:avLst/>
            </a:prstGeom>
            <a:noFill/>
            <a:ln>
              <a:noFill/>
            </a:ln>
          </p:spPr>
        </p:pic>
        <p:pic>
          <p:nvPicPr>
            <p:cNvPr id="107" name="Google Shape;107;p13" title="8.png"/>
            <p:cNvPicPr preferRelativeResize="0"/>
            <p:nvPr/>
          </p:nvPicPr>
          <p:blipFill>
            <a:blip r:embed="rId5">
              <a:alphaModFix/>
            </a:blip>
            <a:stretch>
              <a:fillRect/>
            </a:stretch>
          </p:blipFill>
          <p:spPr>
            <a:xfrm>
              <a:off x="4639936" y="3762360"/>
              <a:ext cx="124225" cy="158736"/>
            </a:xfrm>
            <a:prstGeom prst="rect">
              <a:avLst/>
            </a:prstGeom>
            <a:noFill/>
            <a:ln>
              <a:noFill/>
            </a:ln>
          </p:spPr>
        </p:pic>
        <p:pic>
          <p:nvPicPr>
            <p:cNvPr id="108" name="Google Shape;108;p13" title="8.png"/>
            <p:cNvPicPr preferRelativeResize="0"/>
            <p:nvPr/>
          </p:nvPicPr>
          <p:blipFill>
            <a:blip r:embed="rId5">
              <a:alphaModFix/>
            </a:blip>
            <a:stretch>
              <a:fillRect/>
            </a:stretch>
          </p:blipFill>
          <p:spPr>
            <a:xfrm>
              <a:off x="1198285" y="2709956"/>
              <a:ext cx="185647" cy="237225"/>
            </a:xfrm>
            <a:prstGeom prst="rect">
              <a:avLst/>
            </a:prstGeom>
            <a:noFill/>
            <a:ln>
              <a:noFill/>
            </a:ln>
          </p:spPr>
        </p:pic>
        <p:pic>
          <p:nvPicPr>
            <p:cNvPr id="109" name="Google Shape;109;p13" title="8.png"/>
            <p:cNvPicPr preferRelativeResize="0"/>
            <p:nvPr/>
          </p:nvPicPr>
          <p:blipFill>
            <a:blip r:embed="rId5">
              <a:alphaModFix/>
            </a:blip>
            <a:stretch>
              <a:fillRect/>
            </a:stretch>
          </p:blipFill>
          <p:spPr>
            <a:xfrm>
              <a:off x="1443898" y="2784810"/>
              <a:ext cx="124225" cy="158736"/>
            </a:xfrm>
            <a:prstGeom prst="rect">
              <a:avLst/>
            </a:prstGeom>
            <a:noFill/>
            <a:ln>
              <a:noFill/>
            </a:ln>
          </p:spPr>
        </p:pic>
        <p:pic>
          <p:nvPicPr>
            <p:cNvPr id="110" name="Google Shape;110;p13" title="8.png"/>
            <p:cNvPicPr preferRelativeResize="0"/>
            <p:nvPr/>
          </p:nvPicPr>
          <p:blipFill>
            <a:blip r:embed="rId5">
              <a:alphaModFix/>
            </a:blip>
            <a:stretch>
              <a:fillRect/>
            </a:stretch>
          </p:blipFill>
          <p:spPr>
            <a:xfrm>
              <a:off x="1568123" y="2634885"/>
              <a:ext cx="124225" cy="158736"/>
            </a:xfrm>
            <a:prstGeom prst="rect">
              <a:avLst/>
            </a:prstGeom>
            <a:noFill/>
            <a:ln>
              <a:noFill/>
            </a:ln>
          </p:spPr>
        </p:pic>
        <p:pic>
          <p:nvPicPr>
            <p:cNvPr id="111" name="Google Shape;111;p13" title="8.png"/>
            <p:cNvPicPr preferRelativeResize="0"/>
            <p:nvPr/>
          </p:nvPicPr>
          <p:blipFill>
            <a:blip r:embed="rId5">
              <a:alphaModFix/>
            </a:blip>
            <a:stretch>
              <a:fillRect/>
            </a:stretch>
          </p:blipFill>
          <p:spPr>
            <a:xfrm>
              <a:off x="1443886" y="2514335"/>
              <a:ext cx="124225" cy="158736"/>
            </a:xfrm>
            <a:prstGeom prst="rect">
              <a:avLst/>
            </a:prstGeom>
            <a:noFill/>
            <a:ln>
              <a:noFill/>
            </a:ln>
          </p:spPr>
        </p:pic>
        <p:pic>
          <p:nvPicPr>
            <p:cNvPr id="112" name="Google Shape;112;p13" title="8.png"/>
            <p:cNvPicPr preferRelativeResize="0"/>
            <p:nvPr/>
          </p:nvPicPr>
          <p:blipFill>
            <a:blip r:embed="rId5">
              <a:alphaModFix/>
            </a:blip>
            <a:stretch>
              <a:fillRect/>
            </a:stretch>
          </p:blipFill>
          <p:spPr>
            <a:xfrm>
              <a:off x="850898" y="2543660"/>
              <a:ext cx="124225" cy="158736"/>
            </a:xfrm>
            <a:prstGeom prst="rect">
              <a:avLst/>
            </a:prstGeom>
            <a:noFill/>
            <a:ln>
              <a:noFill/>
            </a:ln>
          </p:spPr>
        </p:pic>
        <p:pic>
          <p:nvPicPr>
            <p:cNvPr id="113" name="Google Shape;113;p13" title="8.png"/>
            <p:cNvPicPr preferRelativeResize="0"/>
            <p:nvPr/>
          </p:nvPicPr>
          <p:blipFill>
            <a:blip r:embed="rId5">
              <a:alphaModFix/>
            </a:blip>
            <a:stretch>
              <a:fillRect/>
            </a:stretch>
          </p:blipFill>
          <p:spPr>
            <a:xfrm>
              <a:off x="902798" y="2688410"/>
              <a:ext cx="124225" cy="158736"/>
            </a:xfrm>
            <a:prstGeom prst="rect">
              <a:avLst/>
            </a:prstGeom>
            <a:noFill/>
            <a:ln>
              <a:noFill/>
            </a:ln>
          </p:spPr>
        </p:pic>
      </p:grpSp>
      <p:pic>
        <p:nvPicPr>
          <p:cNvPr id="114" name="Google Shape;114;p13" title="10.png"/>
          <p:cNvPicPr preferRelativeResize="0"/>
          <p:nvPr/>
        </p:nvPicPr>
        <p:blipFill>
          <a:blip r:embed="rId8">
            <a:alphaModFix/>
          </a:blip>
          <a:stretch>
            <a:fillRect/>
          </a:stretch>
        </p:blipFill>
        <p:spPr>
          <a:xfrm>
            <a:off x="274547" y="3594748"/>
            <a:ext cx="550150" cy="241375"/>
          </a:xfrm>
          <a:prstGeom prst="rect">
            <a:avLst/>
          </a:prstGeom>
          <a:noFill/>
          <a:ln>
            <a:noFill/>
          </a:ln>
        </p:spPr>
      </p:pic>
      <p:sp>
        <p:nvSpPr>
          <p:cNvPr id="115" name="Google Shape;115;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Trusted by the most respected brands</a:t>
            </a:r>
            <a:endParaRPr/>
          </a:p>
        </p:txBody>
      </p:sp>
      <p:grpSp>
        <p:nvGrpSpPr>
          <p:cNvPr id="121" name="Google Shape;121;p14"/>
          <p:cNvGrpSpPr/>
          <p:nvPr/>
        </p:nvGrpSpPr>
        <p:grpSpPr>
          <a:xfrm>
            <a:off x="452194" y="1405848"/>
            <a:ext cx="8318591" cy="3108085"/>
            <a:chOff x="464100" y="1169442"/>
            <a:chExt cx="8318591" cy="3108085"/>
          </a:xfrm>
        </p:grpSpPr>
        <p:grpSp>
          <p:nvGrpSpPr>
            <p:cNvPr id="122" name="Google Shape;122;p14"/>
            <p:cNvGrpSpPr/>
            <p:nvPr/>
          </p:nvGrpSpPr>
          <p:grpSpPr>
            <a:xfrm>
              <a:off x="468490" y="1169442"/>
              <a:ext cx="7382507" cy="390096"/>
              <a:chOff x="357831" y="1017552"/>
              <a:chExt cx="11551411" cy="610384"/>
            </a:xfrm>
          </p:grpSpPr>
          <p:sp>
            <p:nvSpPr>
              <p:cNvPr id="123" name="Google Shape;123;p14"/>
              <p:cNvSpPr/>
              <p:nvPr/>
            </p:nvSpPr>
            <p:spPr>
              <a:xfrm>
                <a:off x="10541242" y="1020353"/>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24" name="Google Shape;124;p14"/>
              <p:cNvSpPr/>
              <p:nvPr/>
            </p:nvSpPr>
            <p:spPr>
              <a:xfrm>
                <a:off x="4722150" y="1017552"/>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25" name="Google Shape;125;p14"/>
              <p:cNvSpPr/>
              <p:nvPr/>
            </p:nvSpPr>
            <p:spPr>
              <a:xfrm>
                <a:off x="6176923" y="1020353"/>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26" name="Google Shape;126;p14"/>
              <p:cNvSpPr/>
              <p:nvPr/>
            </p:nvSpPr>
            <p:spPr>
              <a:xfrm>
                <a:off x="9086469" y="1020353"/>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27" name="Google Shape;127;p14"/>
              <p:cNvSpPr/>
              <p:nvPr/>
            </p:nvSpPr>
            <p:spPr>
              <a:xfrm>
                <a:off x="7631696" y="1020353"/>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28" name="Google Shape;128;p14"/>
              <p:cNvSpPr/>
              <p:nvPr/>
            </p:nvSpPr>
            <p:spPr>
              <a:xfrm>
                <a:off x="3267377" y="1017552"/>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29" name="Google Shape;129;p14"/>
              <p:cNvSpPr/>
              <p:nvPr/>
            </p:nvSpPr>
            <p:spPr>
              <a:xfrm>
                <a:off x="1812604" y="1024036"/>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0" name="Google Shape;130;p14"/>
              <p:cNvSpPr/>
              <p:nvPr/>
            </p:nvSpPr>
            <p:spPr>
              <a:xfrm>
                <a:off x="357831" y="1024036"/>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grpSp>
          <p:nvGrpSpPr>
            <p:cNvPr id="131" name="Google Shape;131;p14"/>
            <p:cNvGrpSpPr/>
            <p:nvPr/>
          </p:nvGrpSpPr>
          <p:grpSpPr>
            <a:xfrm>
              <a:off x="464100" y="2093841"/>
              <a:ext cx="7382507" cy="390096"/>
              <a:chOff x="286494" y="2317817"/>
              <a:chExt cx="11551411" cy="610384"/>
            </a:xfrm>
          </p:grpSpPr>
          <p:sp>
            <p:nvSpPr>
              <p:cNvPr id="132" name="Google Shape;132;p14"/>
              <p:cNvSpPr/>
              <p:nvPr/>
            </p:nvSpPr>
            <p:spPr>
              <a:xfrm>
                <a:off x="10469905"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3" name="Google Shape;133;p14"/>
              <p:cNvSpPr/>
              <p:nvPr/>
            </p:nvSpPr>
            <p:spPr>
              <a:xfrm>
                <a:off x="4650813"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4" name="Google Shape;134;p14"/>
              <p:cNvSpPr/>
              <p:nvPr/>
            </p:nvSpPr>
            <p:spPr>
              <a:xfrm>
                <a:off x="6105586"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5" name="Google Shape;135;p14"/>
              <p:cNvSpPr/>
              <p:nvPr/>
            </p:nvSpPr>
            <p:spPr>
              <a:xfrm>
                <a:off x="9015132"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6" name="Google Shape;136;p14"/>
              <p:cNvSpPr/>
              <p:nvPr/>
            </p:nvSpPr>
            <p:spPr>
              <a:xfrm>
                <a:off x="7560359"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7" name="Google Shape;137;p14"/>
              <p:cNvSpPr/>
              <p:nvPr/>
            </p:nvSpPr>
            <p:spPr>
              <a:xfrm>
                <a:off x="3196040"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8" name="Google Shape;138;p14"/>
              <p:cNvSpPr/>
              <p:nvPr/>
            </p:nvSpPr>
            <p:spPr>
              <a:xfrm>
                <a:off x="1741267"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39" name="Google Shape;139;p14"/>
              <p:cNvSpPr/>
              <p:nvPr/>
            </p:nvSpPr>
            <p:spPr>
              <a:xfrm>
                <a:off x="286494"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grpSp>
          <p:nvGrpSpPr>
            <p:cNvPr id="140" name="Google Shape;140;p14"/>
            <p:cNvGrpSpPr/>
            <p:nvPr/>
          </p:nvGrpSpPr>
          <p:grpSpPr>
            <a:xfrm>
              <a:off x="464100" y="1647665"/>
              <a:ext cx="7382507" cy="390096"/>
              <a:chOff x="286494" y="2317817"/>
              <a:chExt cx="11551411" cy="610384"/>
            </a:xfrm>
          </p:grpSpPr>
          <p:sp>
            <p:nvSpPr>
              <p:cNvPr id="141" name="Google Shape;141;p14"/>
              <p:cNvSpPr/>
              <p:nvPr/>
            </p:nvSpPr>
            <p:spPr>
              <a:xfrm>
                <a:off x="10469905"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2" name="Google Shape;142;p14"/>
              <p:cNvSpPr/>
              <p:nvPr/>
            </p:nvSpPr>
            <p:spPr>
              <a:xfrm>
                <a:off x="4650813"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3" name="Google Shape;143;p14"/>
              <p:cNvSpPr/>
              <p:nvPr/>
            </p:nvSpPr>
            <p:spPr>
              <a:xfrm>
                <a:off x="6105586"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4" name="Google Shape;144;p14"/>
              <p:cNvSpPr/>
              <p:nvPr/>
            </p:nvSpPr>
            <p:spPr>
              <a:xfrm>
                <a:off x="9015132"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5" name="Google Shape;145;p14"/>
              <p:cNvSpPr/>
              <p:nvPr/>
            </p:nvSpPr>
            <p:spPr>
              <a:xfrm>
                <a:off x="7560359"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6" name="Google Shape;146;p14"/>
              <p:cNvSpPr/>
              <p:nvPr/>
            </p:nvSpPr>
            <p:spPr>
              <a:xfrm>
                <a:off x="3196040"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7" name="Google Shape;147;p14"/>
              <p:cNvSpPr/>
              <p:nvPr/>
            </p:nvSpPr>
            <p:spPr>
              <a:xfrm>
                <a:off x="1741267"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48" name="Google Shape;148;p14"/>
              <p:cNvSpPr/>
              <p:nvPr/>
            </p:nvSpPr>
            <p:spPr>
              <a:xfrm>
                <a:off x="286494"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grpSp>
          <p:nvGrpSpPr>
            <p:cNvPr id="149" name="Google Shape;149;p14"/>
            <p:cNvGrpSpPr/>
            <p:nvPr/>
          </p:nvGrpSpPr>
          <p:grpSpPr>
            <a:xfrm>
              <a:off x="464100" y="3878548"/>
              <a:ext cx="7382507" cy="390096"/>
              <a:chOff x="286494" y="2317817"/>
              <a:chExt cx="11551411" cy="610384"/>
            </a:xfrm>
          </p:grpSpPr>
          <p:sp>
            <p:nvSpPr>
              <p:cNvPr id="150" name="Google Shape;150;p14"/>
              <p:cNvSpPr/>
              <p:nvPr/>
            </p:nvSpPr>
            <p:spPr>
              <a:xfrm>
                <a:off x="10469905"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1" name="Google Shape;151;p14"/>
              <p:cNvSpPr/>
              <p:nvPr/>
            </p:nvSpPr>
            <p:spPr>
              <a:xfrm>
                <a:off x="4650813"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2" name="Google Shape;152;p14"/>
              <p:cNvSpPr/>
              <p:nvPr/>
            </p:nvSpPr>
            <p:spPr>
              <a:xfrm>
                <a:off x="6105586"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3" name="Google Shape;153;p14"/>
              <p:cNvSpPr/>
              <p:nvPr/>
            </p:nvSpPr>
            <p:spPr>
              <a:xfrm>
                <a:off x="9015132"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4" name="Google Shape;154;p14"/>
              <p:cNvSpPr/>
              <p:nvPr/>
            </p:nvSpPr>
            <p:spPr>
              <a:xfrm>
                <a:off x="7560359"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5" name="Google Shape;155;p14"/>
              <p:cNvSpPr/>
              <p:nvPr/>
            </p:nvSpPr>
            <p:spPr>
              <a:xfrm>
                <a:off x="3196040"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6" name="Google Shape;156;p14"/>
              <p:cNvSpPr/>
              <p:nvPr/>
            </p:nvSpPr>
            <p:spPr>
              <a:xfrm>
                <a:off x="1741267"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57" name="Google Shape;157;p14"/>
              <p:cNvSpPr/>
              <p:nvPr/>
            </p:nvSpPr>
            <p:spPr>
              <a:xfrm>
                <a:off x="286494"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grpSp>
          <p:nvGrpSpPr>
            <p:cNvPr id="158" name="Google Shape;158;p14"/>
            <p:cNvGrpSpPr/>
            <p:nvPr/>
          </p:nvGrpSpPr>
          <p:grpSpPr>
            <a:xfrm>
              <a:off x="464100" y="2540018"/>
              <a:ext cx="7382507" cy="390096"/>
              <a:chOff x="286494" y="2317817"/>
              <a:chExt cx="11551411" cy="610384"/>
            </a:xfrm>
          </p:grpSpPr>
          <p:sp>
            <p:nvSpPr>
              <p:cNvPr id="159" name="Google Shape;159;p14"/>
              <p:cNvSpPr/>
              <p:nvPr/>
            </p:nvSpPr>
            <p:spPr>
              <a:xfrm>
                <a:off x="10469905"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0" name="Google Shape;160;p14"/>
              <p:cNvSpPr/>
              <p:nvPr/>
            </p:nvSpPr>
            <p:spPr>
              <a:xfrm>
                <a:off x="4650813"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1" name="Google Shape;161;p14"/>
              <p:cNvSpPr/>
              <p:nvPr/>
            </p:nvSpPr>
            <p:spPr>
              <a:xfrm>
                <a:off x="6105586"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2" name="Google Shape;162;p14"/>
              <p:cNvSpPr/>
              <p:nvPr/>
            </p:nvSpPr>
            <p:spPr>
              <a:xfrm>
                <a:off x="9015132"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3" name="Google Shape;163;p14"/>
              <p:cNvSpPr/>
              <p:nvPr/>
            </p:nvSpPr>
            <p:spPr>
              <a:xfrm>
                <a:off x="7560359"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4" name="Google Shape;164;p14"/>
              <p:cNvSpPr/>
              <p:nvPr/>
            </p:nvSpPr>
            <p:spPr>
              <a:xfrm>
                <a:off x="3196040"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5" name="Google Shape;165;p14"/>
              <p:cNvSpPr/>
              <p:nvPr/>
            </p:nvSpPr>
            <p:spPr>
              <a:xfrm>
                <a:off x="1741267"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6" name="Google Shape;166;p14"/>
              <p:cNvSpPr/>
              <p:nvPr/>
            </p:nvSpPr>
            <p:spPr>
              <a:xfrm>
                <a:off x="286494"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grpSp>
          <p:nvGrpSpPr>
            <p:cNvPr id="167" name="Google Shape;167;p14"/>
            <p:cNvGrpSpPr/>
            <p:nvPr/>
          </p:nvGrpSpPr>
          <p:grpSpPr>
            <a:xfrm>
              <a:off x="464100" y="2986195"/>
              <a:ext cx="7382507" cy="390096"/>
              <a:chOff x="286494" y="2317817"/>
              <a:chExt cx="11551411" cy="610384"/>
            </a:xfrm>
          </p:grpSpPr>
          <p:sp>
            <p:nvSpPr>
              <p:cNvPr id="168" name="Google Shape;168;p14"/>
              <p:cNvSpPr/>
              <p:nvPr/>
            </p:nvSpPr>
            <p:spPr>
              <a:xfrm>
                <a:off x="10469905"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69" name="Google Shape;169;p14"/>
              <p:cNvSpPr/>
              <p:nvPr/>
            </p:nvSpPr>
            <p:spPr>
              <a:xfrm>
                <a:off x="4650813"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0" name="Google Shape;170;p14"/>
              <p:cNvSpPr/>
              <p:nvPr/>
            </p:nvSpPr>
            <p:spPr>
              <a:xfrm>
                <a:off x="6105586"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1" name="Google Shape;171;p14"/>
              <p:cNvSpPr/>
              <p:nvPr/>
            </p:nvSpPr>
            <p:spPr>
              <a:xfrm>
                <a:off x="9015132"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2" name="Google Shape;172;p14"/>
              <p:cNvSpPr/>
              <p:nvPr/>
            </p:nvSpPr>
            <p:spPr>
              <a:xfrm>
                <a:off x="7560359"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3" name="Google Shape;173;p14"/>
              <p:cNvSpPr/>
              <p:nvPr/>
            </p:nvSpPr>
            <p:spPr>
              <a:xfrm>
                <a:off x="3196040"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4" name="Google Shape;174;p14"/>
              <p:cNvSpPr/>
              <p:nvPr/>
            </p:nvSpPr>
            <p:spPr>
              <a:xfrm>
                <a:off x="1741267"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5" name="Google Shape;175;p14"/>
              <p:cNvSpPr/>
              <p:nvPr/>
            </p:nvSpPr>
            <p:spPr>
              <a:xfrm>
                <a:off x="286494"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grpSp>
          <p:nvGrpSpPr>
            <p:cNvPr id="176" name="Google Shape;176;p14"/>
            <p:cNvGrpSpPr/>
            <p:nvPr/>
          </p:nvGrpSpPr>
          <p:grpSpPr>
            <a:xfrm>
              <a:off x="464100" y="3432372"/>
              <a:ext cx="7382507" cy="390096"/>
              <a:chOff x="286494" y="2317817"/>
              <a:chExt cx="11551411" cy="610384"/>
            </a:xfrm>
          </p:grpSpPr>
          <p:sp>
            <p:nvSpPr>
              <p:cNvPr id="177" name="Google Shape;177;p14"/>
              <p:cNvSpPr/>
              <p:nvPr/>
            </p:nvSpPr>
            <p:spPr>
              <a:xfrm>
                <a:off x="10469905"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8" name="Google Shape;178;p14"/>
              <p:cNvSpPr/>
              <p:nvPr/>
            </p:nvSpPr>
            <p:spPr>
              <a:xfrm>
                <a:off x="4650813"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79" name="Google Shape;179;p14"/>
              <p:cNvSpPr/>
              <p:nvPr/>
            </p:nvSpPr>
            <p:spPr>
              <a:xfrm>
                <a:off x="6105586"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0" name="Google Shape;180;p14"/>
              <p:cNvSpPr/>
              <p:nvPr/>
            </p:nvSpPr>
            <p:spPr>
              <a:xfrm>
                <a:off x="9015132"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1" name="Google Shape;181;p14"/>
              <p:cNvSpPr/>
              <p:nvPr/>
            </p:nvSpPr>
            <p:spPr>
              <a:xfrm>
                <a:off x="7560359" y="2320618"/>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2" name="Google Shape;182;p14"/>
              <p:cNvSpPr/>
              <p:nvPr/>
            </p:nvSpPr>
            <p:spPr>
              <a:xfrm>
                <a:off x="3196040" y="2317817"/>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3" name="Google Shape;183;p14"/>
              <p:cNvSpPr/>
              <p:nvPr/>
            </p:nvSpPr>
            <p:spPr>
              <a:xfrm>
                <a:off x="1741267"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4" name="Google Shape;184;p14"/>
              <p:cNvSpPr/>
              <p:nvPr/>
            </p:nvSpPr>
            <p:spPr>
              <a:xfrm>
                <a:off x="286494" y="2324301"/>
                <a:ext cx="1368000" cy="6039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grpSp>
        <p:sp>
          <p:nvSpPr>
            <p:cNvPr id="185" name="Google Shape;185;p14"/>
            <p:cNvSpPr/>
            <p:nvPr/>
          </p:nvSpPr>
          <p:spPr>
            <a:xfrm>
              <a:off x="7902636" y="2537835"/>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6" name="Google Shape;186;p14"/>
            <p:cNvSpPr/>
            <p:nvPr/>
          </p:nvSpPr>
          <p:spPr>
            <a:xfrm>
              <a:off x="7902632" y="2988235"/>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7" name="Google Shape;187;p14"/>
            <p:cNvSpPr/>
            <p:nvPr/>
          </p:nvSpPr>
          <p:spPr>
            <a:xfrm>
              <a:off x="7902585" y="3889013"/>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8" name="Google Shape;188;p14"/>
            <p:cNvSpPr/>
            <p:nvPr/>
          </p:nvSpPr>
          <p:spPr>
            <a:xfrm>
              <a:off x="7904652" y="3438613"/>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89" name="Google Shape;189;p14"/>
            <p:cNvSpPr/>
            <p:nvPr/>
          </p:nvSpPr>
          <p:spPr>
            <a:xfrm>
              <a:off x="7908491" y="2109973"/>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90" name="Google Shape;190;p14"/>
            <p:cNvSpPr/>
            <p:nvPr/>
          </p:nvSpPr>
          <p:spPr>
            <a:xfrm>
              <a:off x="7902668" y="1640755"/>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sp>
          <p:nvSpPr>
            <p:cNvPr id="191" name="Google Shape;191;p14"/>
            <p:cNvSpPr/>
            <p:nvPr/>
          </p:nvSpPr>
          <p:spPr>
            <a:xfrm>
              <a:off x="7903298" y="1171517"/>
              <a:ext cx="874200" cy="386100"/>
            </a:xfrm>
            <a:prstGeom prst="rect">
              <a:avLst/>
            </a:prstGeom>
            <a:solidFill>
              <a:srgbClr val="FFFFFF"/>
            </a:solidFill>
            <a:ln>
              <a:noFill/>
            </a:ln>
            <a:effectLst>
              <a:outerShdw blurRad="86588" rotWithShape="0" algn="t" dir="5400000" dist="32470">
                <a:srgbClr val="446373">
                  <a:alpha val="8240"/>
                </a:srgbClr>
              </a:outerShdw>
            </a:effectLst>
          </p:spPr>
          <p:txBody>
            <a:bodyPr anchorCtr="0" anchor="ctr" bIns="29225" lIns="58425" spcFirstLastPara="1" rIns="58425" wrap="square" tIns="29225">
              <a:noAutofit/>
            </a:bodyPr>
            <a:lstStyle/>
            <a:p>
              <a:pPr indent="0" lvl="0" marL="0" marR="0" rtl="0" algn="ctr">
                <a:lnSpc>
                  <a:spcPct val="100000"/>
                </a:lnSpc>
                <a:spcBef>
                  <a:spcPts val="0"/>
                </a:spcBef>
                <a:spcAft>
                  <a:spcPts val="0"/>
                </a:spcAft>
                <a:buClr>
                  <a:srgbClr val="000000"/>
                </a:buClr>
                <a:buSzPts val="1150"/>
                <a:buFont typeface="Arial"/>
                <a:buNone/>
              </a:pPr>
              <a:r>
                <a:t/>
              </a:r>
              <a:endParaRPr b="0" i="0" sz="1150" u="none" cap="none" strike="noStrike">
                <a:solidFill>
                  <a:srgbClr val="FFFFFF"/>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18595" l="0" r="0" t="17286"/>
            <a:stretch/>
          </p:blipFill>
          <p:spPr>
            <a:xfrm>
              <a:off x="5228587" y="3094488"/>
              <a:ext cx="644299" cy="188023"/>
            </a:xfrm>
            <a:prstGeom prst="rect">
              <a:avLst/>
            </a:prstGeom>
            <a:noFill/>
            <a:ln>
              <a:noFill/>
            </a:ln>
          </p:spPr>
        </p:pic>
        <p:pic>
          <p:nvPicPr>
            <p:cNvPr id="193" name="Google Shape;193;p14"/>
            <p:cNvPicPr preferRelativeResize="0"/>
            <p:nvPr/>
          </p:nvPicPr>
          <p:blipFill rotWithShape="1">
            <a:blip r:embed="rId4">
              <a:alphaModFix/>
            </a:blip>
            <a:srcRect b="0" l="0" r="0" t="0"/>
            <a:stretch/>
          </p:blipFill>
          <p:spPr>
            <a:xfrm>
              <a:off x="3528489" y="2638960"/>
              <a:ext cx="345157" cy="200191"/>
            </a:xfrm>
            <a:prstGeom prst="rect">
              <a:avLst/>
            </a:prstGeom>
            <a:noFill/>
            <a:ln>
              <a:noFill/>
            </a:ln>
          </p:spPr>
        </p:pic>
        <p:pic>
          <p:nvPicPr>
            <p:cNvPr descr="Image result for canonical logo" id="194" name="Google Shape;194;p14"/>
            <p:cNvPicPr preferRelativeResize="0"/>
            <p:nvPr/>
          </p:nvPicPr>
          <p:blipFill rotWithShape="1">
            <a:blip r:embed="rId5">
              <a:alphaModFix/>
            </a:blip>
            <a:srcRect b="0" l="0" r="0" t="0"/>
            <a:stretch/>
          </p:blipFill>
          <p:spPr>
            <a:xfrm>
              <a:off x="3398080" y="3583118"/>
              <a:ext cx="575261" cy="76404"/>
            </a:xfrm>
            <a:prstGeom prst="rect">
              <a:avLst/>
            </a:prstGeom>
            <a:noFill/>
            <a:ln>
              <a:noFill/>
            </a:ln>
          </p:spPr>
        </p:pic>
        <p:pic>
          <p:nvPicPr>
            <p:cNvPr descr="Image result for unit4 logo" id="195" name="Google Shape;195;p14"/>
            <p:cNvPicPr preferRelativeResize="0"/>
            <p:nvPr/>
          </p:nvPicPr>
          <p:blipFill rotWithShape="1">
            <a:blip r:embed="rId6">
              <a:alphaModFix/>
            </a:blip>
            <a:srcRect b="26323" l="0" r="0" t="23747"/>
            <a:stretch/>
          </p:blipFill>
          <p:spPr>
            <a:xfrm>
              <a:off x="8123890" y="3578259"/>
              <a:ext cx="437200" cy="121269"/>
            </a:xfrm>
            <a:prstGeom prst="rect">
              <a:avLst/>
            </a:prstGeom>
            <a:noFill/>
            <a:ln>
              <a:noFill/>
            </a:ln>
          </p:spPr>
        </p:pic>
        <p:pic>
          <p:nvPicPr>
            <p:cNvPr descr="Heard of Gong? See why sales leaders rave about it! | Gong" id="196" name="Google Shape;196;p14"/>
            <p:cNvPicPr preferRelativeResize="0"/>
            <p:nvPr/>
          </p:nvPicPr>
          <p:blipFill rotWithShape="1">
            <a:blip r:embed="rId7">
              <a:alphaModFix/>
            </a:blip>
            <a:srcRect b="22528" l="0" r="0" t="22269"/>
            <a:stretch/>
          </p:blipFill>
          <p:spPr>
            <a:xfrm>
              <a:off x="7129525" y="1287384"/>
              <a:ext cx="552254" cy="184495"/>
            </a:xfrm>
            <a:prstGeom prst="rect">
              <a:avLst/>
            </a:prstGeom>
            <a:noFill/>
            <a:ln>
              <a:noFill/>
            </a:ln>
          </p:spPr>
        </p:pic>
        <p:pic>
          <p:nvPicPr>
            <p:cNvPr id="197" name="Google Shape;197;p14"/>
            <p:cNvPicPr preferRelativeResize="0"/>
            <p:nvPr/>
          </p:nvPicPr>
          <p:blipFill rotWithShape="1">
            <a:blip r:embed="rId8">
              <a:alphaModFix/>
            </a:blip>
            <a:srcRect b="0" l="0" r="0" t="0"/>
            <a:stretch/>
          </p:blipFill>
          <p:spPr>
            <a:xfrm>
              <a:off x="4335414" y="3119037"/>
              <a:ext cx="575265" cy="138508"/>
            </a:xfrm>
            <a:prstGeom prst="rect">
              <a:avLst/>
            </a:prstGeom>
            <a:noFill/>
            <a:ln>
              <a:noFill/>
            </a:ln>
          </p:spPr>
        </p:pic>
        <p:pic>
          <p:nvPicPr>
            <p:cNvPr descr="Cofense" id="198" name="Google Shape;198;p14"/>
            <p:cNvPicPr preferRelativeResize="0"/>
            <p:nvPr/>
          </p:nvPicPr>
          <p:blipFill rotWithShape="1">
            <a:blip r:embed="rId9">
              <a:alphaModFix/>
            </a:blip>
            <a:srcRect b="0" l="0" r="0" t="0"/>
            <a:stretch/>
          </p:blipFill>
          <p:spPr>
            <a:xfrm>
              <a:off x="8196647" y="2609319"/>
              <a:ext cx="322147" cy="241610"/>
            </a:xfrm>
            <a:prstGeom prst="rect">
              <a:avLst/>
            </a:prstGeom>
            <a:noFill/>
            <a:ln>
              <a:noFill/>
            </a:ln>
          </p:spPr>
        </p:pic>
        <p:pic>
          <p:nvPicPr>
            <p:cNvPr id="199" name="Google Shape;199;p14"/>
            <p:cNvPicPr preferRelativeResize="0"/>
            <p:nvPr/>
          </p:nvPicPr>
          <p:blipFill rotWithShape="1">
            <a:blip r:embed="rId10">
              <a:alphaModFix/>
            </a:blip>
            <a:srcRect b="0" l="20684" r="21539" t="0"/>
            <a:stretch/>
          </p:blipFill>
          <p:spPr>
            <a:xfrm>
              <a:off x="2610566" y="3539318"/>
              <a:ext cx="299138" cy="148851"/>
            </a:xfrm>
            <a:prstGeom prst="rect">
              <a:avLst/>
            </a:prstGeom>
            <a:noFill/>
            <a:ln>
              <a:noFill/>
            </a:ln>
          </p:spPr>
        </p:pic>
        <p:pic>
          <p:nvPicPr>
            <p:cNvPr id="200" name="Google Shape;200;p14"/>
            <p:cNvPicPr preferRelativeResize="0"/>
            <p:nvPr/>
          </p:nvPicPr>
          <p:blipFill rotWithShape="1">
            <a:blip r:embed="rId11">
              <a:alphaModFix/>
            </a:blip>
            <a:srcRect b="0" l="0" r="0" t="0"/>
            <a:stretch/>
          </p:blipFill>
          <p:spPr>
            <a:xfrm>
              <a:off x="7078611" y="3563344"/>
              <a:ext cx="621283" cy="139471"/>
            </a:xfrm>
            <a:prstGeom prst="rect">
              <a:avLst/>
            </a:prstGeom>
            <a:noFill/>
            <a:ln>
              <a:noFill/>
            </a:ln>
          </p:spPr>
        </p:pic>
        <p:pic>
          <p:nvPicPr>
            <p:cNvPr id="201" name="Google Shape;201;p14"/>
            <p:cNvPicPr preferRelativeResize="0"/>
            <p:nvPr/>
          </p:nvPicPr>
          <p:blipFill rotWithShape="1">
            <a:blip r:embed="rId12">
              <a:alphaModFix/>
            </a:blip>
            <a:srcRect b="0" l="0" r="0" t="0"/>
            <a:stretch/>
          </p:blipFill>
          <p:spPr>
            <a:xfrm>
              <a:off x="1444489" y="1296575"/>
              <a:ext cx="759806" cy="188210"/>
            </a:xfrm>
            <a:prstGeom prst="rect">
              <a:avLst/>
            </a:prstGeom>
            <a:noFill/>
            <a:ln>
              <a:noFill/>
            </a:ln>
          </p:spPr>
        </p:pic>
        <p:pic>
          <p:nvPicPr>
            <p:cNvPr descr="Image" id="202" name="Google Shape;202;p14"/>
            <p:cNvPicPr preferRelativeResize="0"/>
            <p:nvPr/>
          </p:nvPicPr>
          <p:blipFill rotWithShape="1">
            <a:blip r:embed="rId13">
              <a:alphaModFix/>
            </a:blip>
            <a:srcRect b="0" l="0" r="0" t="0"/>
            <a:stretch/>
          </p:blipFill>
          <p:spPr>
            <a:xfrm>
              <a:off x="7249328" y="3118629"/>
              <a:ext cx="322147" cy="131007"/>
            </a:xfrm>
            <a:prstGeom prst="rect">
              <a:avLst/>
            </a:prstGeom>
            <a:noFill/>
            <a:ln>
              <a:noFill/>
            </a:ln>
          </p:spPr>
        </p:pic>
        <p:pic>
          <p:nvPicPr>
            <p:cNvPr id="203" name="Google Shape;203;p14"/>
            <p:cNvPicPr preferRelativeResize="0"/>
            <p:nvPr/>
          </p:nvPicPr>
          <p:blipFill rotWithShape="1">
            <a:blip r:embed="rId14">
              <a:alphaModFix/>
            </a:blip>
            <a:srcRect b="8144" l="0" r="0" t="9259"/>
            <a:stretch/>
          </p:blipFill>
          <p:spPr>
            <a:xfrm>
              <a:off x="4408090" y="1296339"/>
              <a:ext cx="420511" cy="192949"/>
            </a:xfrm>
            <a:prstGeom prst="rect">
              <a:avLst/>
            </a:prstGeom>
            <a:noFill/>
            <a:ln>
              <a:noFill/>
            </a:ln>
          </p:spPr>
        </p:pic>
        <p:pic>
          <p:nvPicPr>
            <p:cNvPr descr="Tipalti | AP Automation Meets Global Mass Payments" id="204" name="Google Shape;204;p14"/>
            <p:cNvPicPr preferRelativeResize="0"/>
            <p:nvPr/>
          </p:nvPicPr>
          <p:blipFill rotWithShape="1">
            <a:blip r:embed="rId15">
              <a:alphaModFix/>
            </a:blip>
            <a:srcRect b="0" l="0" r="0" t="0"/>
            <a:stretch/>
          </p:blipFill>
          <p:spPr>
            <a:xfrm>
              <a:off x="1624971" y="1748643"/>
              <a:ext cx="368168" cy="186769"/>
            </a:xfrm>
            <a:prstGeom prst="rect">
              <a:avLst/>
            </a:prstGeom>
            <a:noFill/>
            <a:ln>
              <a:noFill/>
            </a:ln>
          </p:spPr>
        </p:pic>
        <p:pic>
          <p:nvPicPr>
            <p:cNvPr descr="Taboola Goes Public With Yet Another SPAC" id="205" name="Google Shape;205;p14"/>
            <p:cNvPicPr preferRelativeResize="0"/>
            <p:nvPr/>
          </p:nvPicPr>
          <p:blipFill rotWithShape="1">
            <a:blip r:embed="rId16">
              <a:alphaModFix/>
            </a:blip>
            <a:srcRect b="22905" l="0" r="0" t="24221"/>
            <a:stretch/>
          </p:blipFill>
          <p:spPr>
            <a:xfrm>
              <a:off x="3473626" y="4005032"/>
              <a:ext cx="460212" cy="136699"/>
            </a:xfrm>
            <a:prstGeom prst="rect">
              <a:avLst/>
            </a:prstGeom>
            <a:noFill/>
            <a:ln>
              <a:noFill/>
            </a:ln>
          </p:spPr>
        </p:pic>
        <p:pic>
          <p:nvPicPr>
            <p:cNvPr id="206" name="Google Shape;206;p14"/>
            <p:cNvPicPr preferRelativeResize="0"/>
            <p:nvPr/>
          </p:nvPicPr>
          <p:blipFill rotWithShape="1">
            <a:blip r:embed="rId17">
              <a:alphaModFix/>
            </a:blip>
            <a:srcRect b="0" l="0" r="0" t="0"/>
            <a:stretch/>
          </p:blipFill>
          <p:spPr>
            <a:xfrm>
              <a:off x="7289639" y="1725911"/>
              <a:ext cx="253116" cy="253843"/>
            </a:xfrm>
            <a:prstGeom prst="rect">
              <a:avLst/>
            </a:prstGeom>
            <a:noFill/>
            <a:ln>
              <a:noFill/>
            </a:ln>
          </p:spPr>
        </p:pic>
        <p:pic>
          <p:nvPicPr>
            <p:cNvPr id="207" name="Google Shape;207;p14"/>
            <p:cNvPicPr preferRelativeResize="0"/>
            <p:nvPr/>
          </p:nvPicPr>
          <p:blipFill rotWithShape="1">
            <a:blip r:embed="rId18">
              <a:alphaModFix/>
            </a:blip>
            <a:srcRect b="34608" l="0" r="0" t="34982"/>
            <a:stretch/>
          </p:blipFill>
          <p:spPr>
            <a:xfrm>
              <a:off x="2423244" y="4002069"/>
              <a:ext cx="667308" cy="135288"/>
            </a:xfrm>
            <a:prstGeom prst="rect">
              <a:avLst/>
            </a:prstGeom>
            <a:noFill/>
            <a:ln>
              <a:noFill/>
            </a:ln>
          </p:spPr>
        </p:pic>
        <p:pic>
          <p:nvPicPr>
            <p:cNvPr descr="Machines Talk, We Listen, So You Can Act On Insights" id="208" name="Google Shape;208;p14"/>
            <p:cNvPicPr preferRelativeResize="0"/>
            <p:nvPr/>
          </p:nvPicPr>
          <p:blipFill rotWithShape="1">
            <a:blip r:embed="rId19">
              <a:alphaModFix/>
            </a:blip>
            <a:srcRect b="0" l="0" r="0" t="0"/>
            <a:stretch/>
          </p:blipFill>
          <p:spPr>
            <a:xfrm>
              <a:off x="684530" y="3532735"/>
              <a:ext cx="460210" cy="181853"/>
            </a:xfrm>
            <a:prstGeom prst="rect">
              <a:avLst/>
            </a:prstGeom>
            <a:noFill/>
            <a:ln>
              <a:noFill/>
            </a:ln>
          </p:spPr>
        </p:pic>
        <p:pic>
          <p:nvPicPr>
            <p:cNvPr descr="Workflow and Decision Automation Platform | Camunda" id="209" name="Google Shape;209;p14"/>
            <p:cNvPicPr preferRelativeResize="0"/>
            <p:nvPr/>
          </p:nvPicPr>
          <p:blipFill rotWithShape="1">
            <a:blip r:embed="rId20">
              <a:alphaModFix/>
            </a:blip>
            <a:srcRect b="0" l="0" r="0" t="0"/>
            <a:stretch/>
          </p:blipFill>
          <p:spPr>
            <a:xfrm>
              <a:off x="8145766" y="1310375"/>
              <a:ext cx="391179" cy="133450"/>
            </a:xfrm>
            <a:prstGeom prst="rect">
              <a:avLst/>
            </a:prstGeom>
            <a:noFill/>
            <a:ln>
              <a:noFill/>
            </a:ln>
          </p:spPr>
        </p:pic>
        <p:pic>
          <p:nvPicPr>
            <p:cNvPr descr="Image result for yotpo logo" id="210" name="Google Shape;210;p14"/>
            <p:cNvPicPr preferRelativeResize="0"/>
            <p:nvPr/>
          </p:nvPicPr>
          <p:blipFill rotWithShape="1">
            <a:blip r:embed="rId21">
              <a:alphaModFix/>
            </a:blip>
            <a:srcRect b="0" l="0" r="0" t="0"/>
            <a:stretch/>
          </p:blipFill>
          <p:spPr>
            <a:xfrm>
              <a:off x="1707030" y="3948229"/>
              <a:ext cx="253116" cy="253116"/>
            </a:xfrm>
            <a:prstGeom prst="rect">
              <a:avLst/>
            </a:prstGeom>
            <a:noFill/>
            <a:ln>
              <a:noFill/>
            </a:ln>
          </p:spPr>
        </p:pic>
        <p:pic>
          <p:nvPicPr>
            <p:cNvPr descr="Bitdefender – Logos Download" id="211" name="Google Shape;211;p14"/>
            <p:cNvPicPr preferRelativeResize="0"/>
            <p:nvPr/>
          </p:nvPicPr>
          <p:blipFill rotWithShape="1">
            <a:blip r:embed="rId22">
              <a:alphaModFix/>
            </a:blip>
            <a:srcRect b="16108" l="0" r="0" t="16859"/>
            <a:stretch/>
          </p:blipFill>
          <p:spPr>
            <a:xfrm>
              <a:off x="1551765" y="3115300"/>
              <a:ext cx="575256" cy="140034"/>
            </a:xfrm>
            <a:prstGeom prst="rect">
              <a:avLst/>
            </a:prstGeom>
            <a:noFill/>
            <a:ln>
              <a:noFill/>
            </a:ln>
          </p:spPr>
        </p:pic>
        <p:pic>
          <p:nvPicPr>
            <p:cNvPr id="212" name="Google Shape;212;p14"/>
            <p:cNvPicPr preferRelativeResize="0"/>
            <p:nvPr/>
          </p:nvPicPr>
          <p:blipFill rotWithShape="1">
            <a:blip r:embed="rId23">
              <a:alphaModFix/>
            </a:blip>
            <a:srcRect b="0" l="0" r="0" t="0"/>
            <a:stretch/>
          </p:blipFill>
          <p:spPr>
            <a:xfrm>
              <a:off x="2428846" y="3109087"/>
              <a:ext cx="644294" cy="151508"/>
            </a:xfrm>
            <a:prstGeom prst="rect">
              <a:avLst/>
            </a:prstGeom>
            <a:noFill/>
            <a:ln>
              <a:noFill/>
            </a:ln>
          </p:spPr>
        </p:pic>
        <p:pic>
          <p:nvPicPr>
            <p:cNvPr descr="Celigo Logo - Retail TouchPoints Webinars" id="213" name="Google Shape;213;p14"/>
            <p:cNvPicPr preferRelativeResize="0"/>
            <p:nvPr/>
          </p:nvPicPr>
          <p:blipFill rotWithShape="1">
            <a:blip r:embed="rId24">
              <a:alphaModFix/>
            </a:blip>
            <a:srcRect b="0" l="0" r="0" t="0"/>
            <a:stretch/>
          </p:blipFill>
          <p:spPr>
            <a:xfrm>
              <a:off x="8133794" y="1739928"/>
              <a:ext cx="450288" cy="200128"/>
            </a:xfrm>
            <a:prstGeom prst="rect">
              <a:avLst/>
            </a:prstGeom>
            <a:noFill/>
            <a:ln>
              <a:noFill/>
            </a:ln>
          </p:spPr>
        </p:pic>
        <p:pic>
          <p:nvPicPr>
            <p:cNvPr descr="Integrate ChargeBee with LeadsBridge" id="214" name="Google Shape;214;p14"/>
            <p:cNvPicPr preferRelativeResize="0"/>
            <p:nvPr/>
          </p:nvPicPr>
          <p:blipFill rotWithShape="1">
            <a:blip r:embed="rId25">
              <a:alphaModFix/>
            </a:blip>
            <a:srcRect b="0" l="0" r="0" t="0"/>
            <a:stretch/>
          </p:blipFill>
          <p:spPr>
            <a:xfrm>
              <a:off x="3339035" y="1730684"/>
              <a:ext cx="720409" cy="230529"/>
            </a:xfrm>
            <a:prstGeom prst="rect">
              <a:avLst/>
            </a:prstGeom>
            <a:noFill/>
            <a:ln>
              <a:noFill/>
            </a:ln>
          </p:spPr>
        </p:pic>
        <p:pic>
          <p:nvPicPr>
            <p:cNvPr descr="Land Promoters and Developers Federation" id="215" name="Google Shape;215;p14"/>
            <p:cNvPicPr preferRelativeResize="0"/>
            <p:nvPr/>
          </p:nvPicPr>
          <p:blipFill rotWithShape="1">
            <a:blip r:embed="rId26">
              <a:alphaModFix/>
            </a:blip>
            <a:srcRect b="0" l="0" r="0" t="0"/>
            <a:stretch/>
          </p:blipFill>
          <p:spPr>
            <a:xfrm>
              <a:off x="7032598" y="2665342"/>
              <a:ext cx="713310" cy="185478"/>
            </a:xfrm>
            <a:prstGeom prst="rect">
              <a:avLst/>
            </a:prstGeom>
            <a:noFill/>
            <a:ln>
              <a:noFill/>
            </a:ln>
          </p:spPr>
        </p:pic>
        <p:pic>
          <p:nvPicPr>
            <p:cNvPr descr="StackAdapt | Ad Age" id="216" name="Google Shape;216;p14"/>
            <p:cNvPicPr preferRelativeResize="0"/>
            <p:nvPr/>
          </p:nvPicPr>
          <p:blipFill rotWithShape="1">
            <a:blip r:embed="rId27">
              <a:alphaModFix/>
            </a:blip>
            <a:srcRect b="0" l="0" r="0" t="0"/>
            <a:stretch/>
          </p:blipFill>
          <p:spPr>
            <a:xfrm>
              <a:off x="1505428" y="3561081"/>
              <a:ext cx="701360" cy="169619"/>
            </a:xfrm>
            <a:prstGeom prst="rect">
              <a:avLst/>
            </a:prstGeom>
            <a:noFill/>
            <a:ln>
              <a:noFill/>
            </a:ln>
          </p:spPr>
        </p:pic>
        <p:pic>
          <p:nvPicPr>
            <p:cNvPr id="217" name="Google Shape;217;p14"/>
            <p:cNvPicPr preferRelativeResize="0"/>
            <p:nvPr/>
          </p:nvPicPr>
          <p:blipFill rotWithShape="1">
            <a:blip r:embed="rId28">
              <a:alphaModFix/>
            </a:blip>
            <a:srcRect b="0" l="0" r="0" t="0"/>
            <a:stretch/>
          </p:blipFill>
          <p:spPr>
            <a:xfrm>
              <a:off x="3420443" y="2202982"/>
              <a:ext cx="590238" cy="157472"/>
            </a:xfrm>
            <a:prstGeom prst="rect">
              <a:avLst/>
            </a:prstGeom>
            <a:noFill/>
            <a:ln>
              <a:noFill/>
            </a:ln>
          </p:spPr>
        </p:pic>
        <p:pic>
          <p:nvPicPr>
            <p:cNvPr descr="Download Getty Images Logo in SVG Vector or PNG File Format ..." id="218" name="Google Shape;218;p14"/>
            <p:cNvPicPr preferRelativeResize="0"/>
            <p:nvPr/>
          </p:nvPicPr>
          <p:blipFill rotWithShape="1">
            <a:blip r:embed="rId29">
              <a:alphaModFix/>
            </a:blip>
            <a:srcRect b="31316" l="0" r="0" t="33560"/>
            <a:stretch/>
          </p:blipFill>
          <p:spPr>
            <a:xfrm>
              <a:off x="484466" y="3088677"/>
              <a:ext cx="818256" cy="191607"/>
            </a:xfrm>
            <a:prstGeom prst="rect">
              <a:avLst/>
            </a:prstGeom>
            <a:noFill/>
            <a:ln>
              <a:noFill/>
            </a:ln>
          </p:spPr>
        </p:pic>
        <p:pic>
          <p:nvPicPr>
            <p:cNvPr descr="AvePoint - Wikipedia" id="219" name="Google Shape;219;p14"/>
            <p:cNvPicPr preferRelativeResize="0"/>
            <p:nvPr/>
          </p:nvPicPr>
          <p:blipFill rotWithShape="1">
            <a:blip r:embed="rId30">
              <a:alphaModFix/>
            </a:blip>
            <a:srcRect b="0" l="0" r="0" t="0"/>
            <a:stretch/>
          </p:blipFill>
          <p:spPr>
            <a:xfrm>
              <a:off x="4269864" y="3933663"/>
              <a:ext cx="696763" cy="284393"/>
            </a:xfrm>
            <a:prstGeom prst="rect">
              <a:avLst/>
            </a:prstGeom>
            <a:noFill/>
            <a:ln>
              <a:noFill/>
            </a:ln>
          </p:spPr>
        </p:pic>
        <p:pic>
          <p:nvPicPr>
            <p:cNvPr descr="NinjaOne – Oomnitza" id="220" name="Google Shape;220;p14"/>
            <p:cNvPicPr preferRelativeResize="0"/>
            <p:nvPr/>
          </p:nvPicPr>
          <p:blipFill rotWithShape="1">
            <a:blip r:embed="rId31">
              <a:alphaModFix/>
            </a:blip>
            <a:srcRect b="40197" l="10722" r="10264" t="40341"/>
            <a:stretch/>
          </p:blipFill>
          <p:spPr>
            <a:xfrm>
              <a:off x="5258431" y="3572716"/>
              <a:ext cx="584467" cy="143941"/>
            </a:xfrm>
            <a:prstGeom prst="rect">
              <a:avLst/>
            </a:prstGeom>
            <a:noFill/>
            <a:ln>
              <a:noFill/>
            </a:ln>
          </p:spPr>
        </p:pic>
        <p:pic>
          <p:nvPicPr>
            <p:cNvPr id="221" name="Google Shape;221;p14"/>
            <p:cNvPicPr preferRelativeResize="0"/>
            <p:nvPr/>
          </p:nvPicPr>
          <p:blipFill rotWithShape="1">
            <a:blip r:embed="rId32">
              <a:alphaModFix/>
            </a:blip>
            <a:srcRect b="0" l="0" r="0" t="0"/>
            <a:stretch/>
          </p:blipFill>
          <p:spPr>
            <a:xfrm>
              <a:off x="690566" y="1306454"/>
              <a:ext cx="409125" cy="142236"/>
            </a:xfrm>
            <a:prstGeom prst="rect">
              <a:avLst/>
            </a:prstGeom>
            <a:noFill/>
            <a:ln>
              <a:noFill/>
            </a:ln>
          </p:spPr>
        </p:pic>
        <p:pic>
          <p:nvPicPr>
            <p:cNvPr descr="NEP Group - Wikipedia" id="222" name="Google Shape;222;p14"/>
            <p:cNvPicPr preferRelativeResize="0"/>
            <p:nvPr/>
          </p:nvPicPr>
          <p:blipFill rotWithShape="1">
            <a:blip r:embed="rId33">
              <a:alphaModFix/>
            </a:blip>
            <a:srcRect b="0" l="0" r="0" t="0"/>
            <a:stretch/>
          </p:blipFill>
          <p:spPr>
            <a:xfrm>
              <a:off x="7203840" y="2185996"/>
              <a:ext cx="389373" cy="206245"/>
            </a:xfrm>
            <a:prstGeom prst="rect">
              <a:avLst/>
            </a:prstGeom>
            <a:noFill/>
            <a:ln>
              <a:noFill/>
            </a:ln>
          </p:spPr>
        </p:pic>
        <p:pic>
          <p:nvPicPr>
            <p:cNvPr descr="Transform magazine: Factorial HR rebrands five years after ..." id="223" name="Google Shape;223;p14"/>
            <p:cNvPicPr preferRelativeResize="0"/>
            <p:nvPr/>
          </p:nvPicPr>
          <p:blipFill rotWithShape="1">
            <a:blip r:embed="rId34">
              <a:alphaModFix/>
            </a:blip>
            <a:srcRect b="27716" l="4641" r="3100" t="31620"/>
            <a:stretch/>
          </p:blipFill>
          <p:spPr>
            <a:xfrm>
              <a:off x="5204498" y="3993144"/>
              <a:ext cx="701364" cy="162224"/>
            </a:xfrm>
            <a:prstGeom prst="rect">
              <a:avLst/>
            </a:prstGeom>
            <a:noFill/>
            <a:ln>
              <a:noFill/>
            </a:ln>
          </p:spPr>
        </p:pic>
        <p:pic>
          <p:nvPicPr>
            <p:cNvPr descr="SymphonyAI | AI SaaS for Businesses" id="224" name="Google Shape;224;p14"/>
            <p:cNvPicPr preferRelativeResize="0"/>
            <p:nvPr/>
          </p:nvPicPr>
          <p:blipFill rotWithShape="1">
            <a:blip r:embed="rId35">
              <a:alphaModFix/>
            </a:blip>
            <a:srcRect b="41665" l="16353" r="16266" t="41430"/>
            <a:stretch/>
          </p:blipFill>
          <p:spPr>
            <a:xfrm>
              <a:off x="6073321" y="1328343"/>
              <a:ext cx="818259" cy="115476"/>
            </a:xfrm>
            <a:prstGeom prst="rect">
              <a:avLst/>
            </a:prstGeom>
            <a:noFill/>
            <a:ln>
              <a:noFill/>
            </a:ln>
          </p:spPr>
        </p:pic>
        <p:pic>
          <p:nvPicPr>
            <p:cNvPr descr="Intuit Logo, symbol, meaning, history, PNG, brand" id="225" name="Google Shape;225;p14"/>
            <p:cNvPicPr preferRelativeResize="0"/>
            <p:nvPr/>
          </p:nvPicPr>
          <p:blipFill rotWithShape="1">
            <a:blip r:embed="rId36">
              <a:alphaModFix/>
            </a:blip>
            <a:srcRect b="31528" l="0" r="0" t="31011"/>
            <a:stretch/>
          </p:blipFill>
          <p:spPr>
            <a:xfrm>
              <a:off x="3465454" y="1334963"/>
              <a:ext cx="467575" cy="98515"/>
            </a:xfrm>
            <a:prstGeom prst="rect">
              <a:avLst/>
            </a:prstGeom>
            <a:noFill/>
            <a:ln>
              <a:noFill/>
            </a:ln>
          </p:spPr>
        </p:pic>
        <p:pic>
          <p:nvPicPr>
            <p:cNvPr descr="Redis new logo looks like Rappi's one : r/redis" id="226" name="Google Shape;226;p14"/>
            <p:cNvPicPr preferRelativeResize="0"/>
            <p:nvPr/>
          </p:nvPicPr>
          <p:blipFill rotWithShape="1">
            <a:blip r:embed="rId37">
              <a:alphaModFix/>
            </a:blip>
            <a:srcRect b="25519" l="8813" r="12780" t="20301"/>
            <a:stretch/>
          </p:blipFill>
          <p:spPr>
            <a:xfrm>
              <a:off x="2508668" y="2633447"/>
              <a:ext cx="496462" cy="175339"/>
            </a:xfrm>
            <a:prstGeom prst="rect">
              <a:avLst/>
            </a:prstGeom>
            <a:noFill/>
            <a:ln>
              <a:noFill/>
            </a:ln>
          </p:spPr>
        </p:pic>
        <p:pic>
          <p:nvPicPr>
            <p:cNvPr descr="AppsFlyer Status" id="227" name="Google Shape;227;p14"/>
            <p:cNvPicPr preferRelativeResize="0"/>
            <p:nvPr/>
          </p:nvPicPr>
          <p:blipFill rotWithShape="1">
            <a:blip r:embed="rId38">
              <a:alphaModFix/>
            </a:blip>
            <a:srcRect b="0" l="0" r="0" t="0"/>
            <a:stretch/>
          </p:blipFill>
          <p:spPr>
            <a:xfrm>
              <a:off x="4258508" y="2624682"/>
              <a:ext cx="701358" cy="236793"/>
            </a:xfrm>
            <a:prstGeom prst="rect">
              <a:avLst/>
            </a:prstGeom>
            <a:noFill/>
            <a:ln>
              <a:noFill/>
            </a:ln>
          </p:spPr>
        </p:pic>
        <p:pic>
          <p:nvPicPr>
            <p:cNvPr descr="Cloudbeds - Connecting technology and service" id="228" name="Google Shape;228;p14"/>
            <p:cNvPicPr preferRelativeResize="0"/>
            <p:nvPr/>
          </p:nvPicPr>
          <p:blipFill rotWithShape="1">
            <a:blip r:embed="rId39">
              <a:alphaModFix/>
            </a:blip>
            <a:srcRect b="31996" l="0" r="0" t="24097"/>
            <a:stretch/>
          </p:blipFill>
          <p:spPr>
            <a:xfrm>
              <a:off x="7006368" y="3969234"/>
              <a:ext cx="759811" cy="180143"/>
            </a:xfrm>
            <a:prstGeom prst="rect">
              <a:avLst/>
            </a:prstGeom>
            <a:noFill/>
            <a:ln>
              <a:noFill/>
            </a:ln>
          </p:spPr>
        </p:pic>
        <p:pic>
          <p:nvPicPr>
            <p:cNvPr id="229" name="Google Shape;229;p14"/>
            <p:cNvPicPr preferRelativeResize="0"/>
            <p:nvPr/>
          </p:nvPicPr>
          <p:blipFill rotWithShape="1">
            <a:blip r:embed="rId40">
              <a:alphaModFix/>
            </a:blip>
            <a:srcRect b="0" l="0" r="0" t="0"/>
            <a:stretch/>
          </p:blipFill>
          <p:spPr>
            <a:xfrm>
              <a:off x="6196260" y="3602647"/>
              <a:ext cx="584469" cy="99085"/>
            </a:xfrm>
            <a:prstGeom prst="rect">
              <a:avLst/>
            </a:prstGeom>
            <a:noFill/>
            <a:ln>
              <a:noFill/>
            </a:ln>
          </p:spPr>
        </p:pic>
        <p:pic>
          <p:nvPicPr>
            <p:cNvPr descr="EDB Postgres for Kubernetes - Red Hat Ecosystem Catalog" id="230" name="Google Shape;230;p14"/>
            <p:cNvPicPr preferRelativeResize="0"/>
            <p:nvPr/>
          </p:nvPicPr>
          <p:blipFill rotWithShape="1">
            <a:blip r:embed="rId41">
              <a:alphaModFix/>
            </a:blip>
            <a:srcRect b="0" l="0" r="0" t="0"/>
            <a:stretch/>
          </p:blipFill>
          <p:spPr>
            <a:xfrm>
              <a:off x="1596961" y="2652082"/>
              <a:ext cx="467573" cy="157473"/>
            </a:xfrm>
            <a:prstGeom prst="rect">
              <a:avLst/>
            </a:prstGeom>
            <a:noFill/>
            <a:ln>
              <a:noFill/>
            </a:ln>
          </p:spPr>
        </p:pic>
        <p:pic>
          <p:nvPicPr>
            <p:cNvPr descr="Electronics for Imaging - Wikipedia" id="231" name="Google Shape;231;p14"/>
            <p:cNvPicPr preferRelativeResize="0"/>
            <p:nvPr/>
          </p:nvPicPr>
          <p:blipFill rotWithShape="1">
            <a:blip r:embed="rId42">
              <a:alphaModFix/>
            </a:blip>
            <a:srcRect b="0" l="0" r="0" t="0"/>
            <a:stretch/>
          </p:blipFill>
          <p:spPr>
            <a:xfrm>
              <a:off x="3555118" y="3092474"/>
              <a:ext cx="292234" cy="186972"/>
            </a:xfrm>
            <a:prstGeom prst="rect">
              <a:avLst/>
            </a:prstGeom>
            <a:noFill/>
            <a:ln>
              <a:noFill/>
            </a:ln>
          </p:spPr>
        </p:pic>
        <p:pic>
          <p:nvPicPr>
            <p:cNvPr descr="Blackline Safety to unveil first-of-their-kind safety ..." id="232" name="Google Shape;232;p14"/>
            <p:cNvPicPr preferRelativeResize="0"/>
            <p:nvPr/>
          </p:nvPicPr>
          <p:blipFill rotWithShape="1">
            <a:blip r:embed="rId43">
              <a:alphaModFix/>
            </a:blip>
            <a:srcRect b="35543" l="0" r="0" t="37754"/>
            <a:stretch/>
          </p:blipFill>
          <p:spPr>
            <a:xfrm>
              <a:off x="4247599" y="1797805"/>
              <a:ext cx="759814" cy="123973"/>
            </a:xfrm>
            <a:prstGeom prst="rect">
              <a:avLst/>
            </a:prstGeom>
            <a:noFill/>
            <a:ln>
              <a:noFill/>
            </a:ln>
          </p:spPr>
        </p:pic>
        <p:pic>
          <p:nvPicPr>
            <p:cNvPr descr="MotorK plc - Our Mission" id="233" name="Google Shape;233;p14"/>
            <p:cNvPicPr preferRelativeResize="0"/>
            <p:nvPr/>
          </p:nvPicPr>
          <p:blipFill rotWithShape="1">
            <a:blip r:embed="rId44">
              <a:alphaModFix/>
            </a:blip>
            <a:srcRect b="0" l="0" r="0" t="0"/>
            <a:stretch/>
          </p:blipFill>
          <p:spPr>
            <a:xfrm>
              <a:off x="8053015" y="3128314"/>
              <a:ext cx="584466" cy="132216"/>
            </a:xfrm>
            <a:prstGeom prst="rect">
              <a:avLst/>
            </a:prstGeom>
            <a:noFill/>
            <a:ln>
              <a:noFill/>
            </a:ln>
          </p:spPr>
        </p:pic>
        <p:pic>
          <p:nvPicPr>
            <p:cNvPr descr="Uberall | Platform Overview" id="234" name="Google Shape;234;p14"/>
            <p:cNvPicPr preferRelativeResize="0"/>
            <p:nvPr/>
          </p:nvPicPr>
          <p:blipFill rotWithShape="1">
            <a:blip r:embed="rId45">
              <a:alphaModFix/>
            </a:blip>
            <a:srcRect b="0" l="0" r="0" t="0"/>
            <a:stretch/>
          </p:blipFill>
          <p:spPr>
            <a:xfrm>
              <a:off x="8049564" y="2236406"/>
              <a:ext cx="584466" cy="132966"/>
            </a:xfrm>
            <a:prstGeom prst="rect">
              <a:avLst/>
            </a:prstGeom>
            <a:noFill/>
            <a:ln>
              <a:noFill/>
            </a:ln>
          </p:spPr>
        </p:pic>
        <p:pic>
          <p:nvPicPr>
            <p:cNvPr descr="YouGov plc Corporate Media Kit" id="235" name="Google Shape;235;p14"/>
            <p:cNvPicPr preferRelativeResize="0"/>
            <p:nvPr/>
          </p:nvPicPr>
          <p:blipFill rotWithShape="1">
            <a:blip r:embed="rId46">
              <a:alphaModFix/>
            </a:blip>
            <a:srcRect b="0" l="0" r="0" t="0"/>
            <a:stretch/>
          </p:blipFill>
          <p:spPr>
            <a:xfrm>
              <a:off x="8085748" y="4031220"/>
              <a:ext cx="467574" cy="99234"/>
            </a:xfrm>
            <a:prstGeom prst="rect">
              <a:avLst/>
            </a:prstGeom>
            <a:noFill/>
            <a:ln>
              <a:noFill/>
            </a:ln>
          </p:spPr>
        </p:pic>
        <p:pic>
          <p:nvPicPr>
            <p:cNvPr descr="Zapier integration with Testlify" id="236" name="Google Shape;236;p14"/>
            <p:cNvPicPr preferRelativeResize="0"/>
            <p:nvPr/>
          </p:nvPicPr>
          <p:blipFill rotWithShape="1">
            <a:blip r:embed="rId47">
              <a:alphaModFix/>
            </a:blip>
            <a:srcRect b="35284" l="0" r="0" t="35266"/>
            <a:stretch/>
          </p:blipFill>
          <p:spPr>
            <a:xfrm>
              <a:off x="1530339" y="2214702"/>
              <a:ext cx="526024" cy="154891"/>
            </a:xfrm>
            <a:prstGeom prst="rect">
              <a:avLst/>
            </a:prstGeom>
            <a:noFill/>
            <a:ln>
              <a:noFill/>
            </a:ln>
          </p:spPr>
        </p:pic>
        <p:pic>
          <p:nvPicPr>
            <p:cNvPr descr="Island Introduces the World's First Self-Protecting Browser ..." id="237" name="Google Shape;237;p14"/>
            <p:cNvPicPr preferRelativeResize="0"/>
            <p:nvPr/>
          </p:nvPicPr>
          <p:blipFill rotWithShape="1">
            <a:blip r:embed="rId48">
              <a:alphaModFix/>
            </a:blip>
            <a:srcRect b="19903" l="0" r="0" t="19783"/>
            <a:stretch/>
          </p:blipFill>
          <p:spPr>
            <a:xfrm>
              <a:off x="6154601" y="1755826"/>
              <a:ext cx="584472" cy="184177"/>
            </a:xfrm>
            <a:prstGeom prst="rect">
              <a:avLst/>
            </a:prstGeom>
            <a:noFill/>
            <a:ln>
              <a:noFill/>
            </a:ln>
          </p:spPr>
        </p:pic>
        <p:pic>
          <p:nvPicPr>
            <p:cNvPr descr="Press kit | Keepit" id="238" name="Google Shape;238;p14"/>
            <p:cNvPicPr preferRelativeResize="0"/>
            <p:nvPr/>
          </p:nvPicPr>
          <p:blipFill rotWithShape="1">
            <a:blip r:embed="rId49">
              <a:alphaModFix/>
            </a:blip>
            <a:srcRect b="0" l="0" r="0" t="0"/>
            <a:stretch/>
          </p:blipFill>
          <p:spPr>
            <a:xfrm>
              <a:off x="6223070" y="3985284"/>
              <a:ext cx="526019" cy="174439"/>
            </a:xfrm>
            <a:prstGeom prst="rect">
              <a:avLst/>
            </a:prstGeom>
            <a:noFill/>
            <a:ln>
              <a:noFill/>
            </a:ln>
          </p:spPr>
        </p:pic>
        <p:pic>
          <p:nvPicPr>
            <p:cNvPr descr="Creation of Informa TechTarget, the B2B Growth Accelerator for the  Technology Sector" id="239" name="Google Shape;239;p14"/>
            <p:cNvPicPr preferRelativeResize="0"/>
            <p:nvPr/>
          </p:nvPicPr>
          <p:blipFill rotWithShape="1">
            <a:blip r:embed="rId50">
              <a:alphaModFix/>
            </a:blip>
            <a:srcRect b="0" l="0" r="0" t="0"/>
            <a:stretch/>
          </p:blipFill>
          <p:spPr>
            <a:xfrm>
              <a:off x="6076329" y="2200313"/>
              <a:ext cx="812238" cy="203696"/>
            </a:xfrm>
            <a:prstGeom prst="rect">
              <a:avLst/>
            </a:prstGeom>
            <a:noFill/>
            <a:ln>
              <a:noFill/>
            </a:ln>
          </p:spPr>
        </p:pic>
        <p:pic>
          <p:nvPicPr>
            <p:cNvPr descr="Treasure Data CDP" id="240" name="Google Shape;240;p14"/>
            <p:cNvPicPr preferRelativeResize="0"/>
            <p:nvPr/>
          </p:nvPicPr>
          <p:blipFill rotWithShape="1">
            <a:blip r:embed="rId51">
              <a:alphaModFix/>
            </a:blip>
            <a:srcRect b="0" l="0" r="0" t="0"/>
            <a:stretch/>
          </p:blipFill>
          <p:spPr>
            <a:xfrm>
              <a:off x="581507" y="1784610"/>
              <a:ext cx="654374" cy="140036"/>
            </a:xfrm>
            <a:prstGeom prst="rect">
              <a:avLst/>
            </a:prstGeom>
            <a:noFill/>
            <a:ln>
              <a:noFill/>
            </a:ln>
          </p:spPr>
        </p:pic>
        <p:pic>
          <p:nvPicPr>
            <p:cNvPr descr="Kore.ai | Enterprise AI for your ..." id="241" name="Google Shape;241;p14"/>
            <p:cNvPicPr preferRelativeResize="0"/>
            <p:nvPr/>
          </p:nvPicPr>
          <p:blipFill rotWithShape="1">
            <a:blip r:embed="rId52">
              <a:alphaModFix/>
            </a:blip>
            <a:srcRect b="0" l="0" r="0" t="0"/>
            <a:stretch/>
          </p:blipFill>
          <p:spPr>
            <a:xfrm>
              <a:off x="2482353" y="1302493"/>
              <a:ext cx="566775" cy="143922"/>
            </a:xfrm>
            <a:prstGeom prst="rect">
              <a:avLst/>
            </a:prstGeom>
            <a:noFill/>
            <a:ln>
              <a:noFill/>
            </a:ln>
          </p:spPr>
        </p:pic>
        <p:pic>
          <p:nvPicPr>
            <p:cNvPr descr="myob-logo - Phoenix Accountants &amp; Advisors" id="242" name="Google Shape;242;p14"/>
            <p:cNvPicPr preferRelativeResize="0"/>
            <p:nvPr/>
          </p:nvPicPr>
          <p:blipFill rotWithShape="1">
            <a:blip r:embed="rId53">
              <a:alphaModFix/>
            </a:blip>
            <a:srcRect b="0" l="0" r="0" t="0"/>
            <a:stretch/>
          </p:blipFill>
          <p:spPr>
            <a:xfrm>
              <a:off x="684882" y="2659245"/>
              <a:ext cx="418933" cy="172227"/>
            </a:xfrm>
            <a:prstGeom prst="rect">
              <a:avLst/>
            </a:prstGeom>
            <a:noFill/>
            <a:ln>
              <a:noFill/>
            </a:ln>
          </p:spPr>
        </p:pic>
        <p:pic>
          <p:nvPicPr>
            <p:cNvPr descr="Thrive Acquires The Longleaf Network - Thrive" id="243" name="Google Shape;243;p14"/>
            <p:cNvPicPr preferRelativeResize="0"/>
            <p:nvPr/>
          </p:nvPicPr>
          <p:blipFill rotWithShape="1">
            <a:blip r:embed="rId54">
              <a:alphaModFix/>
            </a:blip>
            <a:srcRect b="0" l="0" r="0" t="0"/>
            <a:stretch/>
          </p:blipFill>
          <p:spPr>
            <a:xfrm>
              <a:off x="6163835" y="3088677"/>
              <a:ext cx="655647" cy="185880"/>
            </a:xfrm>
            <a:prstGeom prst="rect">
              <a:avLst/>
            </a:prstGeom>
            <a:noFill/>
            <a:ln>
              <a:noFill/>
            </a:ln>
          </p:spPr>
        </p:pic>
        <p:pic>
          <p:nvPicPr>
            <p:cNvPr descr="Logos Download | Intersection" id="244" name="Google Shape;244;p14"/>
            <p:cNvPicPr preferRelativeResize="0"/>
            <p:nvPr/>
          </p:nvPicPr>
          <p:blipFill rotWithShape="1">
            <a:blip r:embed="rId55">
              <a:alphaModFix/>
            </a:blip>
            <a:srcRect b="0" l="0" r="0" t="0"/>
            <a:stretch/>
          </p:blipFill>
          <p:spPr>
            <a:xfrm>
              <a:off x="5143862" y="2712866"/>
              <a:ext cx="822775" cy="90134"/>
            </a:xfrm>
            <a:prstGeom prst="rect">
              <a:avLst/>
            </a:prstGeom>
            <a:noFill/>
            <a:ln>
              <a:noFill/>
            </a:ln>
          </p:spPr>
        </p:pic>
        <p:pic>
          <p:nvPicPr>
            <p:cNvPr descr="Wildix | ARO" id="245" name="Google Shape;245;p14"/>
            <p:cNvPicPr preferRelativeResize="0"/>
            <p:nvPr/>
          </p:nvPicPr>
          <p:blipFill rotWithShape="1">
            <a:blip r:embed="rId56">
              <a:alphaModFix/>
            </a:blip>
            <a:srcRect b="0" l="0" r="0" t="0"/>
            <a:stretch/>
          </p:blipFill>
          <p:spPr>
            <a:xfrm>
              <a:off x="563996" y="2161442"/>
              <a:ext cx="606030" cy="275468"/>
            </a:xfrm>
            <a:prstGeom prst="rect">
              <a:avLst/>
            </a:prstGeom>
            <a:noFill/>
            <a:ln>
              <a:noFill/>
            </a:ln>
          </p:spPr>
        </p:pic>
        <p:pic>
          <p:nvPicPr>
            <p:cNvPr descr="Contentsquare Technical Documentation" id="246" name="Google Shape;246;p14"/>
            <p:cNvPicPr preferRelativeResize="0"/>
            <p:nvPr/>
          </p:nvPicPr>
          <p:blipFill rotWithShape="1">
            <a:blip r:embed="rId57">
              <a:alphaModFix/>
            </a:blip>
            <a:srcRect b="0" l="0" r="0" t="0"/>
            <a:stretch/>
          </p:blipFill>
          <p:spPr>
            <a:xfrm>
              <a:off x="5172934" y="1763496"/>
              <a:ext cx="752803" cy="176439"/>
            </a:xfrm>
            <a:prstGeom prst="rect">
              <a:avLst/>
            </a:prstGeom>
            <a:noFill/>
            <a:ln>
              <a:noFill/>
            </a:ln>
          </p:spPr>
        </p:pic>
        <p:pic>
          <p:nvPicPr>
            <p:cNvPr descr="Sphera Solutions - Yttrium" id="247" name="Google Shape;247;p14"/>
            <p:cNvPicPr preferRelativeResize="0"/>
            <p:nvPr/>
          </p:nvPicPr>
          <p:blipFill rotWithShape="1">
            <a:blip r:embed="rId58">
              <a:alphaModFix/>
            </a:blip>
            <a:srcRect b="0" l="0" r="0" t="0"/>
            <a:stretch/>
          </p:blipFill>
          <p:spPr>
            <a:xfrm>
              <a:off x="5187182" y="2117831"/>
              <a:ext cx="731495" cy="374132"/>
            </a:xfrm>
            <a:prstGeom prst="rect">
              <a:avLst/>
            </a:prstGeom>
            <a:noFill/>
            <a:ln>
              <a:noFill/>
            </a:ln>
          </p:spPr>
        </p:pic>
        <p:pic>
          <p:nvPicPr>
            <p:cNvPr descr="skydio-logo-2 - PreFlight Aviation Camp" id="248" name="Google Shape;248;p14"/>
            <p:cNvPicPr preferRelativeResize="0"/>
            <p:nvPr/>
          </p:nvPicPr>
          <p:blipFill rotWithShape="1">
            <a:blip r:embed="rId59">
              <a:alphaModFix/>
            </a:blip>
            <a:srcRect b="0" l="0" r="0" t="0"/>
            <a:stretch/>
          </p:blipFill>
          <p:spPr>
            <a:xfrm>
              <a:off x="4309197" y="3546432"/>
              <a:ext cx="643169" cy="173299"/>
            </a:xfrm>
            <a:prstGeom prst="rect">
              <a:avLst/>
            </a:prstGeom>
            <a:noFill/>
            <a:ln>
              <a:noFill/>
            </a:ln>
          </p:spPr>
        </p:pic>
        <p:pic>
          <p:nvPicPr>
            <p:cNvPr descr="MRI Software" id="249" name="Google Shape;249;p14"/>
            <p:cNvPicPr preferRelativeResize="0"/>
            <p:nvPr/>
          </p:nvPicPr>
          <p:blipFill rotWithShape="1">
            <a:blip r:embed="rId60">
              <a:alphaModFix/>
            </a:blip>
            <a:srcRect b="0" l="0" r="0" t="0"/>
            <a:stretch/>
          </p:blipFill>
          <p:spPr>
            <a:xfrm>
              <a:off x="2569530" y="2192111"/>
              <a:ext cx="374731" cy="214132"/>
            </a:xfrm>
            <a:prstGeom prst="rect">
              <a:avLst/>
            </a:prstGeom>
            <a:noFill/>
            <a:ln>
              <a:noFill/>
            </a:ln>
          </p:spPr>
        </p:pic>
        <p:pic>
          <p:nvPicPr>
            <p:cNvPr descr="WalkMe - Customer Story | Aerospike" id="250" name="Google Shape;250;p14"/>
            <p:cNvPicPr preferRelativeResize="0"/>
            <p:nvPr/>
          </p:nvPicPr>
          <p:blipFill rotWithShape="1">
            <a:blip r:embed="rId61">
              <a:alphaModFix/>
            </a:blip>
            <a:srcRect b="0" l="0" r="0" t="0"/>
            <a:stretch/>
          </p:blipFill>
          <p:spPr>
            <a:xfrm>
              <a:off x="5303663" y="1288976"/>
              <a:ext cx="531852" cy="177190"/>
            </a:xfrm>
            <a:prstGeom prst="rect">
              <a:avLst/>
            </a:prstGeom>
            <a:noFill/>
            <a:ln>
              <a:noFill/>
            </a:ln>
          </p:spPr>
        </p:pic>
        <p:pic>
          <p:nvPicPr>
            <p:cNvPr descr="Dotdigital - Stamped Tech Partner Directory" id="251" name="Google Shape;251;p14"/>
            <p:cNvPicPr preferRelativeResize="0"/>
            <p:nvPr/>
          </p:nvPicPr>
          <p:blipFill rotWithShape="1">
            <a:blip r:embed="rId62">
              <a:alphaModFix/>
            </a:blip>
            <a:srcRect b="0" l="0" r="0" t="0"/>
            <a:stretch/>
          </p:blipFill>
          <p:spPr>
            <a:xfrm>
              <a:off x="2419474" y="1685686"/>
              <a:ext cx="671712" cy="335856"/>
            </a:xfrm>
            <a:prstGeom prst="rect">
              <a:avLst/>
            </a:prstGeom>
            <a:noFill/>
            <a:ln>
              <a:noFill/>
            </a:ln>
          </p:spPr>
        </p:pic>
        <p:pic>
          <p:nvPicPr>
            <p:cNvPr descr="Fleet Complete - Products, Competitors, Financials, Employees, Headquarters  Locations" id="252" name="Google Shape;252;p14"/>
            <p:cNvPicPr preferRelativeResize="0"/>
            <p:nvPr/>
          </p:nvPicPr>
          <p:blipFill rotWithShape="1">
            <a:blip r:embed="rId63">
              <a:alphaModFix/>
            </a:blip>
            <a:srcRect b="0" l="0" r="0" t="0"/>
            <a:stretch/>
          </p:blipFill>
          <p:spPr>
            <a:xfrm>
              <a:off x="6097400" y="2673825"/>
              <a:ext cx="739169" cy="138210"/>
            </a:xfrm>
            <a:prstGeom prst="rect">
              <a:avLst/>
            </a:prstGeom>
            <a:noFill/>
            <a:ln>
              <a:noFill/>
            </a:ln>
          </p:spPr>
        </p:pic>
        <p:pic>
          <p:nvPicPr>
            <p:cNvPr descr="DoiT International Achieves AWS Managed Service Provider Designation | DoiT" id="253" name="Google Shape;253;p14"/>
            <p:cNvPicPr preferRelativeResize="0"/>
            <p:nvPr/>
          </p:nvPicPr>
          <p:blipFill rotWithShape="1">
            <a:blip r:embed="rId64">
              <a:alphaModFix/>
            </a:blip>
            <a:srcRect b="0" l="0" r="0" t="0"/>
            <a:stretch/>
          </p:blipFill>
          <p:spPr>
            <a:xfrm>
              <a:off x="4392884" y="2210664"/>
              <a:ext cx="469245" cy="157473"/>
            </a:xfrm>
            <a:prstGeom prst="rect">
              <a:avLst/>
            </a:prstGeom>
            <a:noFill/>
            <a:ln>
              <a:noFill/>
            </a:ln>
          </p:spPr>
        </p:pic>
        <p:pic>
          <p:nvPicPr>
            <p:cNvPr descr="Join Geotab | Bright Network" id="254" name="Google Shape;254;p14"/>
            <p:cNvPicPr preferRelativeResize="0"/>
            <p:nvPr/>
          </p:nvPicPr>
          <p:blipFill rotWithShape="1">
            <a:blip r:embed="rId65">
              <a:alphaModFix/>
            </a:blip>
            <a:srcRect b="0" l="0" r="0" t="0"/>
            <a:stretch/>
          </p:blipFill>
          <p:spPr>
            <a:xfrm>
              <a:off x="623441" y="3869233"/>
              <a:ext cx="612440" cy="408293"/>
            </a:xfrm>
            <a:prstGeom prst="rect">
              <a:avLst/>
            </a:prstGeom>
            <a:noFill/>
            <a:ln>
              <a:noFill/>
            </a:ln>
          </p:spPr>
        </p:pic>
      </p:grpSp>
      <p:sp>
        <p:nvSpPr>
          <p:cNvPr id="255" name="Google Shape;255;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5"/>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t>Award-Winning CPQ Platform</a:t>
            </a:r>
            <a:endParaRPr>
              <a:latin typeface="Source Serif 4 Black"/>
              <a:ea typeface="Source Serif 4 Black"/>
              <a:cs typeface="Source Serif 4 Black"/>
              <a:sym typeface="Source Serif 4 Black"/>
            </a:endParaRPr>
          </a:p>
          <a:p>
            <a:pPr indent="0" lvl="0" marL="0" rtl="0" algn="l">
              <a:spcBef>
                <a:spcPts val="0"/>
              </a:spcBef>
              <a:spcAft>
                <a:spcPts val="0"/>
              </a:spcAft>
              <a:buNone/>
            </a:pPr>
            <a:r>
              <a:t/>
            </a:r>
            <a:endParaRPr/>
          </a:p>
        </p:txBody>
      </p:sp>
      <p:pic>
        <p:nvPicPr>
          <p:cNvPr id="261" name="Google Shape;261;p15"/>
          <p:cNvPicPr preferRelativeResize="0"/>
          <p:nvPr/>
        </p:nvPicPr>
        <p:blipFill rotWithShape="1">
          <a:blip r:embed="rId3">
            <a:alphaModFix/>
          </a:blip>
          <a:srcRect b="0" l="0" r="0" t="0"/>
          <a:stretch/>
        </p:blipFill>
        <p:spPr>
          <a:xfrm>
            <a:off x="443817" y="1100775"/>
            <a:ext cx="1091698" cy="1091698"/>
          </a:xfrm>
          <a:prstGeom prst="rect">
            <a:avLst/>
          </a:prstGeom>
          <a:noFill/>
          <a:ln>
            <a:noFill/>
          </a:ln>
        </p:spPr>
      </p:pic>
      <p:pic>
        <p:nvPicPr>
          <p:cNvPr descr="A white and blue sign with black text&#10;&#10;AI-generated content may be incorrect." id="262" name="Google Shape;262;p15"/>
          <p:cNvPicPr preferRelativeResize="0"/>
          <p:nvPr/>
        </p:nvPicPr>
        <p:blipFill rotWithShape="1">
          <a:blip r:embed="rId4">
            <a:alphaModFix/>
          </a:blip>
          <a:srcRect b="0" l="0" r="0" t="0"/>
          <a:stretch/>
        </p:blipFill>
        <p:spPr>
          <a:xfrm>
            <a:off x="2999646" y="1719095"/>
            <a:ext cx="436427" cy="502792"/>
          </a:xfrm>
          <a:prstGeom prst="rect">
            <a:avLst/>
          </a:prstGeom>
          <a:noFill/>
          <a:ln>
            <a:noFill/>
          </a:ln>
        </p:spPr>
      </p:pic>
      <p:pic>
        <p:nvPicPr>
          <p:cNvPr id="263" name="Google Shape;263;p15"/>
          <p:cNvPicPr preferRelativeResize="0"/>
          <p:nvPr/>
        </p:nvPicPr>
        <p:blipFill rotWithShape="1">
          <a:blip r:embed="rId5">
            <a:alphaModFix/>
          </a:blip>
          <a:srcRect b="0" l="0" r="0" t="0"/>
          <a:stretch/>
        </p:blipFill>
        <p:spPr>
          <a:xfrm>
            <a:off x="3492239" y="1719095"/>
            <a:ext cx="436427" cy="502792"/>
          </a:xfrm>
          <a:prstGeom prst="rect">
            <a:avLst/>
          </a:prstGeom>
          <a:noFill/>
          <a:ln>
            <a:noFill/>
          </a:ln>
        </p:spPr>
      </p:pic>
      <p:pic>
        <p:nvPicPr>
          <p:cNvPr id="264" name="Google Shape;264;p15"/>
          <p:cNvPicPr preferRelativeResize="0"/>
          <p:nvPr/>
        </p:nvPicPr>
        <p:blipFill rotWithShape="1">
          <a:blip r:embed="rId6">
            <a:alphaModFix/>
          </a:blip>
          <a:srcRect b="0" l="0" r="0" t="0"/>
          <a:stretch/>
        </p:blipFill>
        <p:spPr>
          <a:xfrm>
            <a:off x="2752466" y="1169043"/>
            <a:ext cx="436427" cy="502793"/>
          </a:xfrm>
          <a:prstGeom prst="rect">
            <a:avLst/>
          </a:prstGeom>
          <a:noFill/>
          <a:ln>
            <a:noFill/>
          </a:ln>
        </p:spPr>
      </p:pic>
      <p:pic>
        <p:nvPicPr>
          <p:cNvPr descr="A white and orange banner with black text&#10;&#10;AI-generated content may be incorrect." id="265" name="Google Shape;265;p15"/>
          <p:cNvPicPr preferRelativeResize="0"/>
          <p:nvPr/>
        </p:nvPicPr>
        <p:blipFill rotWithShape="1">
          <a:blip r:embed="rId7">
            <a:alphaModFix/>
          </a:blip>
          <a:srcRect b="0" l="0" r="0" t="0"/>
          <a:stretch/>
        </p:blipFill>
        <p:spPr>
          <a:xfrm>
            <a:off x="3706611" y="1169043"/>
            <a:ext cx="436427" cy="502793"/>
          </a:xfrm>
          <a:prstGeom prst="rect">
            <a:avLst/>
          </a:prstGeom>
          <a:noFill/>
          <a:ln>
            <a:noFill/>
          </a:ln>
        </p:spPr>
      </p:pic>
      <p:pic>
        <p:nvPicPr>
          <p:cNvPr descr="A white and orange banner with black text&#10;&#10;AI-generated content may be incorrect." id="266" name="Google Shape;266;p15"/>
          <p:cNvPicPr preferRelativeResize="0"/>
          <p:nvPr/>
        </p:nvPicPr>
        <p:blipFill rotWithShape="1">
          <a:blip r:embed="rId8">
            <a:alphaModFix/>
          </a:blip>
          <a:srcRect b="0" l="0" r="0" t="0"/>
          <a:stretch/>
        </p:blipFill>
        <p:spPr>
          <a:xfrm>
            <a:off x="3236153" y="1169043"/>
            <a:ext cx="436427" cy="502793"/>
          </a:xfrm>
          <a:prstGeom prst="rect">
            <a:avLst/>
          </a:prstGeom>
          <a:noFill/>
          <a:ln>
            <a:noFill/>
          </a:ln>
        </p:spPr>
      </p:pic>
      <p:pic>
        <p:nvPicPr>
          <p:cNvPr id="267" name="Google Shape;267;p15" title="image 249.png"/>
          <p:cNvPicPr preferRelativeResize="0"/>
          <p:nvPr/>
        </p:nvPicPr>
        <p:blipFill>
          <a:blip r:embed="rId9">
            <a:alphaModFix/>
          </a:blip>
          <a:stretch>
            <a:fillRect/>
          </a:stretch>
        </p:blipFill>
        <p:spPr>
          <a:xfrm>
            <a:off x="1648513" y="1144001"/>
            <a:ext cx="949526" cy="1091697"/>
          </a:xfrm>
          <a:prstGeom prst="rect">
            <a:avLst/>
          </a:prstGeom>
          <a:noFill/>
          <a:ln>
            <a:noFill/>
          </a:ln>
        </p:spPr>
      </p:pic>
      <p:pic>
        <p:nvPicPr>
          <p:cNvPr id="268" name="Google Shape;268;p15" title="Screenshot 2026-02-11 at 16.12.51.png"/>
          <p:cNvPicPr preferRelativeResize="0"/>
          <p:nvPr/>
        </p:nvPicPr>
        <p:blipFill>
          <a:blip r:embed="rId10">
            <a:alphaModFix/>
          </a:blip>
          <a:stretch>
            <a:fillRect/>
          </a:stretch>
        </p:blipFill>
        <p:spPr>
          <a:xfrm>
            <a:off x="2667000" y="3762863"/>
            <a:ext cx="3054075" cy="913549"/>
          </a:xfrm>
          <a:prstGeom prst="rect">
            <a:avLst/>
          </a:prstGeom>
          <a:noFill/>
          <a:ln>
            <a:noFill/>
          </a:ln>
          <a:effectLst>
            <a:outerShdw blurRad="128588" rotWithShape="0" algn="bl" dir="5400000" dist="19050">
              <a:schemeClr val="dk2">
                <a:alpha val="14000"/>
              </a:schemeClr>
            </a:outerShdw>
          </a:effectLst>
        </p:spPr>
      </p:pic>
      <p:pic>
        <p:nvPicPr>
          <p:cNvPr id="269" name="Google Shape;269;p15" title="Screenshot 2026-02-11 at 16.13.02.png"/>
          <p:cNvPicPr preferRelativeResize="0"/>
          <p:nvPr/>
        </p:nvPicPr>
        <p:blipFill>
          <a:blip r:embed="rId11">
            <a:alphaModFix/>
          </a:blip>
          <a:stretch>
            <a:fillRect/>
          </a:stretch>
        </p:blipFill>
        <p:spPr>
          <a:xfrm>
            <a:off x="476250" y="2732113"/>
            <a:ext cx="3278669" cy="906975"/>
          </a:xfrm>
          <a:prstGeom prst="rect">
            <a:avLst/>
          </a:prstGeom>
          <a:noFill/>
          <a:ln>
            <a:noFill/>
          </a:ln>
          <a:effectLst>
            <a:outerShdw blurRad="128588" rotWithShape="0" algn="bl" dir="5400000" dist="19050">
              <a:schemeClr val="dk2">
                <a:alpha val="14000"/>
              </a:schemeClr>
            </a:outerShdw>
          </a:effectLst>
        </p:spPr>
      </p:pic>
      <p:pic>
        <p:nvPicPr>
          <p:cNvPr id="270" name="Google Shape;270;p15" title="Screenshot 2026-02-11 at 16.13.34.png"/>
          <p:cNvPicPr preferRelativeResize="0"/>
          <p:nvPr/>
        </p:nvPicPr>
        <p:blipFill>
          <a:blip r:embed="rId12">
            <a:alphaModFix/>
          </a:blip>
          <a:stretch>
            <a:fillRect/>
          </a:stretch>
        </p:blipFill>
        <p:spPr>
          <a:xfrm>
            <a:off x="3845725" y="2732088"/>
            <a:ext cx="4857618" cy="906975"/>
          </a:xfrm>
          <a:prstGeom prst="rect">
            <a:avLst/>
          </a:prstGeom>
          <a:noFill/>
          <a:ln>
            <a:noFill/>
          </a:ln>
          <a:effectLst>
            <a:outerShdw blurRad="128588" rotWithShape="0" algn="bl" dir="5400000" dist="19050">
              <a:schemeClr val="dk2">
                <a:alpha val="14000"/>
              </a:schemeClr>
            </a:outerShdw>
          </a:effectLst>
        </p:spPr>
      </p:pic>
      <p:pic>
        <p:nvPicPr>
          <p:cNvPr id="271" name="Google Shape;271;p15" title="Screenshot 2026-02-11 at 16.13.52.png"/>
          <p:cNvPicPr preferRelativeResize="0"/>
          <p:nvPr/>
        </p:nvPicPr>
        <p:blipFill>
          <a:blip r:embed="rId13">
            <a:alphaModFix/>
          </a:blip>
          <a:stretch>
            <a:fillRect/>
          </a:stretch>
        </p:blipFill>
        <p:spPr>
          <a:xfrm>
            <a:off x="443425" y="3762863"/>
            <a:ext cx="2150821" cy="906975"/>
          </a:xfrm>
          <a:prstGeom prst="rect">
            <a:avLst/>
          </a:prstGeom>
          <a:noFill/>
          <a:ln>
            <a:noFill/>
          </a:ln>
          <a:effectLst>
            <a:outerShdw blurRad="128588" rotWithShape="0" algn="bl" dir="5400000" dist="19050">
              <a:schemeClr val="dk2">
                <a:alpha val="14000"/>
              </a:schemeClr>
            </a:outerShdw>
          </a:effectLst>
        </p:spPr>
      </p:pic>
      <p:pic>
        <p:nvPicPr>
          <p:cNvPr id="272" name="Google Shape;272;p15" title="Screenshot 2026-02-11 at 16.14.06.png"/>
          <p:cNvPicPr preferRelativeResize="0"/>
          <p:nvPr/>
        </p:nvPicPr>
        <p:blipFill>
          <a:blip r:embed="rId14">
            <a:alphaModFix/>
          </a:blip>
          <a:stretch>
            <a:fillRect/>
          </a:stretch>
        </p:blipFill>
        <p:spPr>
          <a:xfrm>
            <a:off x="5793825" y="3762863"/>
            <a:ext cx="2911534" cy="905256"/>
          </a:xfrm>
          <a:prstGeom prst="rect">
            <a:avLst/>
          </a:prstGeom>
          <a:noFill/>
          <a:ln>
            <a:noFill/>
          </a:ln>
          <a:effectLst>
            <a:outerShdw blurRad="128588" rotWithShape="0" algn="bl" dir="5400000" dist="19050">
              <a:schemeClr val="dk2">
                <a:alpha val="14000"/>
              </a:schemeClr>
            </a:outerShdw>
          </a:effectLst>
        </p:spPr>
      </p:pic>
      <p:sp>
        <p:nvSpPr>
          <p:cNvPr id="273" name="Google Shape;273;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6"/>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rPr lang="en"/>
              <a:t>Your DealHub Team</a:t>
            </a:r>
            <a:endParaRPr>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graphicFrame>
        <p:nvGraphicFramePr>
          <p:cNvPr id="279" name="Google Shape;279;p16"/>
          <p:cNvGraphicFramePr/>
          <p:nvPr/>
        </p:nvGraphicFramePr>
        <p:xfrm>
          <a:off x="451946" y="985274"/>
          <a:ext cx="3000000" cy="3000000"/>
        </p:xfrm>
        <a:graphic>
          <a:graphicData uri="http://schemas.openxmlformats.org/drawingml/2006/table">
            <a:tbl>
              <a:tblPr>
                <a:noFill/>
                <a:tableStyleId>{87C15E30-1557-4629-8B5C-F45806FD9A62}</a:tableStyleId>
              </a:tblPr>
              <a:tblGrid>
                <a:gridCol w="1307900"/>
                <a:gridCol w="2005700"/>
                <a:gridCol w="5069625"/>
              </a:tblGrid>
              <a:tr h="987950">
                <a:tc>
                  <a:txBody>
                    <a:bodyPr/>
                    <a:lstStyle/>
                    <a:p>
                      <a:pPr indent="0" lvl="0" marL="0" rtl="0" algn="l">
                        <a:lnSpc>
                          <a:spcPct val="115000"/>
                        </a:lnSpc>
                        <a:spcBef>
                          <a:spcPts val="1000"/>
                        </a:spcBef>
                        <a:spcAft>
                          <a:spcPts val="0"/>
                        </a:spcAft>
                        <a:buNone/>
                      </a:pPr>
                      <a:r>
                        <a:t/>
                      </a:r>
                      <a:endParaRPr b="1">
                        <a:solidFill>
                          <a:srgbClr val="666666"/>
                        </a:solidFill>
                        <a:latin typeface="Caveat"/>
                        <a:ea typeface="Caveat"/>
                        <a:cs typeface="Caveat"/>
                        <a:sym typeface="Cave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F2552"/>
                          </a:solidFill>
                          <a:latin typeface="Source Serif 4 SemiBold"/>
                          <a:ea typeface="Source Serif 4 SemiBold"/>
                          <a:cs typeface="Source Serif 4 SemiBold"/>
                          <a:sym typeface="Source Serif 4 SemiBold"/>
                        </a:rPr>
                        <a:t>&lt;Name&gt;</a:t>
                      </a:r>
                      <a:br>
                        <a:rPr b="1" lang="en" sz="1100">
                          <a:solidFill>
                            <a:srgbClr val="0F2552"/>
                          </a:solidFill>
                          <a:latin typeface="Caveat"/>
                          <a:ea typeface="Caveat"/>
                          <a:cs typeface="Caveat"/>
                          <a:sym typeface="Caveat"/>
                        </a:rPr>
                      </a:br>
                      <a:r>
                        <a:rPr lang="en" sz="1100">
                          <a:solidFill>
                            <a:srgbClr val="0F2552"/>
                          </a:solidFill>
                          <a:latin typeface="DM Sans"/>
                          <a:ea typeface="DM Sans"/>
                          <a:cs typeface="DM Sans"/>
                          <a:sym typeface="DM Sans"/>
                        </a:rPr>
                        <a:t>Customer Success</a:t>
                      </a:r>
                      <a:br>
                        <a:rPr lang="en" sz="1100">
                          <a:solidFill>
                            <a:srgbClr val="0F2552"/>
                          </a:solidFill>
                          <a:latin typeface="DM Sans"/>
                          <a:ea typeface="DM Sans"/>
                          <a:cs typeface="DM Sans"/>
                          <a:sym typeface="DM Sans"/>
                        </a:rPr>
                      </a:br>
                      <a:r>
                        <a:rPr lang="en" sz="1100">
                          <a:solidFill>
                            <a:srgbClr val="0F2552"/>
                          </a:solidFill>
                          <a:latin typeface="DM Sans"/>
                          <a:ea typeface="DM Sans"/>
                          <a:cs typeface="DM Sans"/>
                          <a:sym typeface="DM Sans"/>
                        </a:rPr>
                        <a:t>Manager</a:t>
                      </a:r>
                      <a:endParaRPr sz="1100" u="none" cap="none" strike="noStrike">
                        <a:solidFill>
                          <a:srgbClr val="0F2552"/>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Your trusted advisor throughout your journey at DealHub. </a:t>
                      </a:r>
                      <a:endParaRPr sz="1200">
                        <a:solidFill>
                          <a:srgbClr val="071325"/>
                        </a:solidFill>
                        <a:latin typeface="DM Sans"/>
                        <a:ea typeface="DM Sans"/>
                        <a:cs typeface="DM Sans"/>
                        <a:sym typeface="DM Sans"/>
                      </a:endParaRPr>
                    </a:p>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Deliver on time, on budget and on quality implementation</a:t>
                      </a:r>
                      <a:endParaRPr sz="10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B7B7B7"/>
                      </a:solidFill>
                      <a:prstDash val="solid"/>
                      <a:round/>
                      <a:headEnd len="sm" w="sm" type="none"/>
                      <a:tailEnd len="sm" w="sm" type="none"/>
                    </a:lnB>
                  </a:tcPr>
                </a:tc>
              </a:tr>
              <a:tr h="987950">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71325"/>
                          </a:solidFill>
                          <a:latin typeface="Source Serif 4 SemiBold"/>
                          <a:ea typeface="Source Serif 4 SemiBold"/>
                          <a:cs typeface="Source Serif 4 SemiBold"/>
                          <a:sym typeface="Source Serif 4 SemiBold"/>
                        </a:rPr>
                        <a:t>&lt;Name&gt;</a:t>
                      </a:r>
                      <a:endParaRPr sz="1650">
                        <a:solidFill>
                          <a:srgbClr val="071325"/>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100">
                          <a:solidFill>
                            <a:srgbClr val="071325"/>
                          </a:solidFill>
                          <a:latin typeface="DM Sans"/>
                          <a:ea typeface="DM Sans"/>
                          <a:cs typeface="DM Sans"/>
                          <a:sym typeface="DM Sans"/>
                        </a:rPr>
                        <a:t>Solution Architect</a:t>
                      </a:r>
                      <a:endParaRPr b="1" sz="1500">
                        <a:solidFill>
                          <a:srgbClr val="071325"/>
                        </a:solidFill>
                        <a:latin typeface="Caveat"/>
                        <a:ea typeface="Caveat"/>
                        <a:cs typeface="Caveat"/>
                        <a:sym typeface="Cave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Translate your business requirements into a working solution.</a:t>
                      </a:r>
                      <a:endParaRPr sz="1200">
                        <a:solidFill>
                          <a:srgbClr val="071325"/>
                        </a:solidFill>
                        <a:latin typeface="DM Sans"/>
                        <a:ea typeface="DM Sans"/>
                        <a:cs typeface="DM Sans"/>
                        <a:sym typeface="DM Sans"/>
                      </a:endParaRPr>
                    </a:p>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Technical authority, de-risking complexity, ensure efficient &amp; scalable design.</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987950">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115000"/>
                        </a:lnSpc>
                        <a:spcBef>
                          <a:spcPts val="1000"/>
                        </a:spcBef>
                        <a:spcAft>
                          <a:spcPts val="0"/>
                        </a:spcAft>
                        <a:buNone/>
                      </a:pPr>
                      <a:r>
                        <a:rPr lang="en" sz="1700">
                          <a:solidFill>
                            <a:srgbClr val="071325"/>
                          </a:solidFill>
                          <a:latin typeface="Source Serif 4 SemiBold"/>
                          <a:ea typeface="Source Serif 4 SemiBold"/>
                          <a:cs typeface="Source Serif 4 SemiBold"/>
                          <a:sym typeface="Source Serif 4 SemiBold"/>
                        </a:rPr>
                        <a:t>&lt;Name&gt;</a:t>
                      </a:r>
                      <a:br>
                        <a:rPr b="1" lang="en" sz="1100">
                          <a:solidFill>
                            <a:srgbClr val="071325"/>
                          </a:solidFill>
                          <a:latin typeface="Caveat"/>
                          <a:ea typeface="Caveat"/>
                          <a:cs typeface="Caveat"/>
                          <a:sym typeface="Caveat"/>
                        </a:rPr>
                      </a:br>
                      <a:r>
                        <a:rPr lang="en" sz="1100">
                          <a:solidFill>
                            <a:srgbClr val="071325"/>
                          </a:solidFill>
                          <a:latin typeface="DM Sans"/>
                          <a:ea typeface="DM Sans"/>
                          <a:cs typeface="DM Sans"/>
                          <a:sym typeface="DM Sans"/>
                        </a:rPr>
                        <a:t>Solution Expert</a:t>
                      </a:r>
                      <a:endParaRPr sz="1500">
                        <a:solidFill>
                          <a:srgbClr val="071325"/>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304800" lvl="0" marL="457200" marR="0" rtl="0" algn="l">
                        <a:lnSpc>
                          <a:spcPct val="100000"/>
                        </a:lnSpc>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Functional and product expert. Ensuring optimal use of system capabilities.</a:t>
                      </a:r>
                      <a:endParaRPr sz="1200">
                        <a:solidFill>
                          <a:srgbClr val="071325"/>
                        </a:solidFill>
                        <a:latin typeface="DM Sans"/>
                        <a:ea typeface="DM Sans"/>
                        <a:cs typeface="DM Sans"/>
                        <a:sym typeface="DM Sans"/>
                      </a:endParaRPr>
                    </a:p>
                    <a:p>
                      <a:pPr indent="-304800" lvl="0" marL="457200" marR="0" rtl="0" algn="l">
                        <a:lnSpc>
                          <a:spcPct val="100000"/>
                        </a:lnSpc>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Approver to the specific configuration before UAT and Go Live</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871050">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alpha val="0"/>
                        </a:srgbClr>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71325"/>
                          </a:solidFill>
                          <a:latin typeface="Source Serif 4 SemiBold"/>
                          <a:ea typeface="Source Serif 4 SemiBold"/>
                          <a:cs typeface="Source Serif 4 SemiBold"/>
                          <a:sym typeface="Source Serif 4 SemiBold"/>
                        </a:rPr>
                        <a:t>&lt;Name&gt;</a:t>
                      </a:r>
                      <a:br>
                        <a:rPr b="1" lang="en" sz="1100">
                          <a:solidFill>
                            <a:srgbClr val="071325"/>
                          </a:solidFill>
                          <a:latin typeface="Caveat"/>
                          <a:ea typeface="Caveat"/>
                          <a:cs typeface="Caveat"/>
                          <a:sym typeface="Caveat"/>
                        </a:rPr>
                      </a:br>
                      <a:r>
                        <a:rPr lang="en" sz="1100">
                          <a:solidFill>
                            <a:srgbClr val="071325"/>
                          </a:solidFill>
                          <a:latin typeface="DM Sans"/>
                          <a:ea typeface="DM Sans"/>
                          <a:cs typeface="DM Sans"/>
                          <a:sym typeface="DM Sans"/>
                        </a:rPr>
                        <a:t>VP of Customer Success </a:t>
                      </a:r>
                      <a:endParaRPr b="1" sz="1500">
                        <a:solidFill>
                          <a:srgbClr val="071325"/>
                        </a:solidFill>
                        <a:latin typeface="Caveat"/>
                        <a:ea typeface="Caveat"/>
                        <a:cs typeface="Caveat"/>
                        <a:sym typeface="Cave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alpha val="0"/>
                        </a:srgbClr>
                      </a:solidFill>
                      <a:prstDash val="solid"/>
                      <a:round/>
                      <a:headEnd len="sm" w="sm" type="none"/>
                      <a:tailEnd len="sm" w="sm" type="none"/>
                    </a:lnB>
                  </a:tcPr>
                </a:tc>
                <a:tc>
                  <a:txBody>
                    <a:bodyPr/>
                    <a:lstStyle/>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Your executive-level contact at Dealhub to discuss strategic issues and ensure your satisfaction</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alpha val="0"/>
                        </a:srgbClr>
                      </a:solidFill>
                      <a:prstDash val="solid"/>
                      <a:round/>
                      <a:headEnd len="sm" w="sm" type="none"/>
                      <a:tailEnd len="sm" w="sm" type="none"/>
                    </a:lnB>
                  </a:tcPr>
                </a:tc>
              </a:tr>
            </a:tbl>
          </a:graphicData>
        </a:graphic>
      </p:graphicFrame>
      <p:pic>
        <p:nvPicPr>
          <p:cNvPr id="280" name="Google Shape;280;p16" title="1.png"/>
          <p:cNvPicPr preferRelativeResize="0"/>
          <p:nvPr/>
        </p:nvPicPr>
        <p:blipFill>
          <a:blip r:embed="rId3">
            <a:alphaModFix/>
          </a:blip>
          <a:stretch>
            <a:fillRect/>
          </a:stretch>
        </p:blipFill>
        <p:spPr>
          <a:xfrm>
            <a:off x="617326" y="1100391"/>
            <a:ext cx="755375" cy="755375"/>
          </a:xfrm>
          <a:prstGeom prst="rect">
            <a:avLst/>
          </a:prstGeom>
          <a:noFill/>
          <a:ln>
            <a:noFill/>
          </a:ln>
        </p:spPr>
      </p:pic>
      <p:pic>
        <p:nvPicPr>
          <p:cNvPr id="281" name="Google Shape;281;p16" title="1.png"/>
          <p:cNvPicPr preferRelativeResize="0"/>
          <p:nvPr/>
        </p:nvPicPr>
        <p:blipFill>
          <a:blip r:embed="rId3">
            <a:alphaModFix/>
          </a:blip>
          <a:stretch>
            <a:fillRect/>
          </a:stretch>
        </p:blipFill>
        <p:spPr>
          <a:xfrm>
            <a:off x="617326" y="2085989"/>
            <a:ext cx="755375" cy="755375"/>
          </a:xfrm>
          <a:prstGeom prst="rect">
            <a:avLst/>
          </a:prstGeom>
          <a:noFill/>
          <a:ln>
            <a:noFill/>
          </a:ln>
        </p:spPr>
      </p:pic>
      <p:pic>
        <p:nvPicPr>
          <p:cNvPr id="282" name="Google Shape;282;p16" title="1.png"/>
          <p:cNvPicPr preferRelativeResize="0"/>
          <p:nvPr/>
        </p:nvPicPr>
        <p:blipFill>
          <a:blip r:embed="rId3">
            <a:alphaModFix/>
          </a:blip>
          <a:stretch>
            <a:fillRect/>
          </a:stretch>
        </p:blipFill>
        <p:spPr>
          <a:xfrm>
            <a:off x="617326" y="3083202"/>
            <a:ext cx="755375" cy="755375"/>
          </a:xfrm>
          <a:prstGeom prst="rect">
            <a:avLst/>
          </a:prstGeom>
          <a:noFill/>
          <a:ln>
            <a:noFill/>
          </a:ln>
        </p:spPr>
      </p:pic>
      <p:pic>
        <p:nvPicPr>
          <p:cNvPr id="283" name="Google Shape;283;p16" title="1.png"/>
          <p:cNvPicPr preferRelativeResize="0"/>
          <p:nvPr/>
        </p:nvPicPr>
        <p:blipFill>
          <a:blip r:embed="rId3">
            <a:alphaModFix/>
          </a:blip>
          <a:stretch>
            <a:fillRect/>
          </a:stretch>
        </p:blipFill>
        <p:spPr>
          <a:xfrm>
            <a:off x="617326" y="4053183"/>
            <a:ext cx="755375" cy="755375"/>
          </a:xfrm>
          <a:prstGeom prst="rect">
            <a:avLst/>
          </a:prstGeom>
          <a:noFill/>
          <a:ln>
            <a:noFill/>
          </a:ln>
        </p:spPr>
      </p:pic>
      <p:sp>
        <p:nvSpPr>
          <p:cNvPr id="284" name="Google Shape;284;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7"/>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rPr lang="en"/>
              <a:t>Your DealHub Team</a:t>
            </a:r>
            <a:endParaRPr>
              <a:latin typeface="Calibri"/>
              <a:ea typeface="Calibri"/>
              <a:cs typeface="Calibri"/>
              <a:sym typeface="Calibri"/>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graphicFrame>
        <p:nvGraphicFramePr>
          <p:cNvPr id="290" name="Google Shape;290;p17"/>
          <p:cNvGraphicFramePr/>
          <p:nvPr/>
        </p:nvGraphicFramePr>
        <p:xfrm>
          <a:off x="451946" y="985274"/>
          <a:ext cx="3000000" cy="3000000"/>
        </p:xfrm>
        <a:graphic>
          <a:graphicData uri="http://schemas.openxmlformats.org/drawingml/2006/table">
            <a:tbl>
              <a:tblPr>
                <a:noFill/>
                <a:tableStyleId>{87C15E30-1557-4629-8B5C-F45806FD9A62}</a:tableStyleId>
              </a:tblPr>
              <a:tblGrid>
                <a:gridCol w="1307900"/>
                <a:gridCol w="2005700"/>
                <a:gridCol w="5069625"/>
              </a:tblGrid>
              <a:tr h="816625">
                <a:tc>
                  <a:txBody>
                    <a:bodyPr/>
                    <a:lstStyle/>
                    <a:p>
                      <a:pPr indent="0" lvl="0" marL="0" rtl="0" algn="l">
                        <a:lnSpc>
                          <a:spcPct val="115000"/>
                        </a:lnSpc>
                        <a:spcBef>
                          <a:spcPts val="1000"/>
                        </a:spcBef>
                        <a:spcAft>
                          <a:spcPts val="0"/>
                        </a:spcAft>
                        <a:buNone/>
                      </a:pPr>
                      <a:r>
                        <a:t/>
                      </a:r>
                      <a:endParaRPr b="1">
                        <a:solidFill>
                          <a:srgbClr val="666666"/>
                        </a:solidFill>
                        <a:latin typeface="Caveat"/>
                        <a:ea typeface="Caveat"/>
                        <a:cs typeface="Caveat"/>
                        <a:sym typeface="Cave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F2552"/>
                          </a:solidFill>
                          <a:latin typeface="Source Serif 4 SemiBold"/>
                          <a:ea typeface="Source Serif 4 SemiBold"/>
                          <a:cs typeface="Source Serif 4 SemiBold"/>
                          <a:sym typeface="Source Serif 4 SemiBold"/>
                        </a:rPr>
                        <a:t>&lt;Name&gt;</a:t>
                      </a:r>
                      <a:br>
                        <a:rPr b="1" lang="en" sz="1100">
                          <a:solidFill>
                            <a:srgbClr val="0F2552"/>
                          </a:solidFill>
                          <a:latin typeface="Caveat"/>
                          <a:ea typeface="Caveat"/>
                          <a:cs typeface="Caveat"/>
                          <a:sym typeface="Caveat"/>
                        </a:rPr>
                      </a:br>
                      <a:r>
                        <a:rPr lang="en" sz="1100">
                          <a:solidFill>
                            <a:srgbClr val="0F2552"/>
                          </a:solidFill>
                          <a:latin typeface="DM Sans"/>
                          <a:ea typeface="DM Sans"/>
                          <a:cs typeface="DM Sans"/>
                          <a:sym typeface="DM Sans"/>
                        </a:rPr>
                        <a:t>Customer Success</a:t>
                      </a:r>
                      <a:br>
                        <a:rPr lang="en" sz="1100">
                          <a:solidFill>
                            <a:srgbClr val="0F2552"/>
                          </a:solidFill>
                          <a:latin typeface="DM Sans"/>
                          <a:ea typeface="DM Sans"/>
                          <a:cs typeface="DM Sans"/>
                          <a:sym typeface="DM Sans"/>
                        </a:rPr>
                      </a:br>
                      <a:r>
                        <a:rPr lang="en" sz="1100">
                          <a:solidFill>
                            <a:srgbClr val="0F2552"/>
                          </a:solidFill>
                          <a:latin typeface="DM Sans"/>
                          <a:ea typeface="DM Sans"/>
                          <a:cs typeface="DM Sans"/>
                          <a:sym typeface="DM Sans"/>
                        </a:rPr>
                        <a:t>Manager</a:t>
                      </a:r>
                      <a:endParaRPr sz="1100" u="none" cap="none" strike="noStrike">
                        <a:solidFill>
                          <a:srgbClr val="0F2552"/>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Your trusted advisor throughout your journey at DealHub. </a:t>
                      </a:r>
                      <a:endParaRPr sz="1200">
                        <a:solidFill>
                          <a:srgbClr val="071325"/>
                        </a:solidFill>
                        <a:latin typeface="DM Sans"/>
                        <a:ea typeface="DM Sans"/>
                        <a:cs typeface="DM Sans"/>
                        <a:sym typeface="DM Sans"/>
                      </a:endParaRPr>
                    </a:p>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Deliver on time, on budget and on quality implementation</a:t>
                      </a:r>
                      <a:endParaRPr sz="10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B7B7B7"/>
                      </a:solidFill>
                      <a:prstDash val="solid"/>
                      <a:round/>
                      <a:headEnd len="sm" w="sm" type="none"/>
                      <a:tailEnd len="sm" w="sm" type="none"/>
                    </a:lnB>
                  </a:tcPr>
                </a:tc>
              </a:tr>
              <a:tr h="791300">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71325"/>
                          </a:solidFill>
                          <a:latin typeface="Source Serif 4 SemiBold"/>
                          <a:ea typeface="Source Serif 4 SemiBold"/>
                          <a:cs typeface="Source Serif 4 SemiBold"/>
                          <a:sym typeface="Source Serif 4 SemiBold"/>
                        </a:rPr>
                        <a:t>&lt;Name&gt;</a:t>
                      </a:r>
                      <a:endParaRPr sz="1650">
                        <a:solidFill>
                          <a:srgbClr val="071325"/>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100">
                          <a:solidFill>
                            <a:srgbClr val="071325"/>
                          </a:solidFill>
                          <a:latin typeface="DM Sans"/>
                          <a:ea typeface="DM Sans"/>
                          <a:cs typeface="DM Sans"/>
                          <a:sym typeface="DM Sans"/>
                        </a:rPr>
                        <a:t>Solution Architect</a:t>
                      </a:r>
                      <a:endParaRPr b="1" sz="1500">
                        <a:solidFill>
                          <a:srgbClr val="071325"/>
                        </a:solidFill>
                        <a:latin typeface="Caveat"/>
                        <a:ea typeface="Caveat"/>
                        <a:cs typeface="Caveat"/>
                        <a:sym typeface="Cave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Translate your business requirements into a working solution.</a:t>
                      </a:r>
                      <a:endParaRPr sz="1200">
                        <a:solidFill>
                          <a:srgbClr val="071325"/>
                        </a:solidFill>
                        <a:latin typeface="DM Sans"/>
                        <a:ea typeface="DM Sans"/>
                        <a:cs typeface="DM Sans"/>
                        <a:sym typeface="DM Sans"/>
                      </a:endParaRPr>
                    </a:p>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Technical authority,, de-risking complexity, ensure efficient &amp; scalable design.</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791300">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115000"/>
                        </a:lnSpc>
                        <a:spcBef>
                          <a:spcPts val="1000"/>
                        </a:spcBef>
                        <a:spcAft>
                          <a:spcPts val="0"/>
                        </a:spcAft>
                        <a:buNone/>
                      </a:pPr>
                      <a:r>
                        <a:rPr lang="en" sz="1700">
                          <a:solidFill>
                            <a:srgbClr val="071325"/>
                          </a:solidFill>
                          <a:latin typeface="Source Serif 4 SemiBold"/>
                          <a:ea typeface="Source Serif 4 SemiBold"/>
                          <a:cs typeface="Source Serif 4 SemiBold"/>
                          <a:sym typeface="Source Serif 4 SemiBold"/>
                        </a:rPr>
                        <a:t>&lt;Name&gt;</a:t>
                      </a:r>
                      <a:br>
                        <a:rPr b="1" lang="en" sz="1100">
                          <a:solidFill>
                            <a:srgbClr val="071325"/>
                          </a:solidFill>
                          <a:latin typeface="Caveat"/>
                          <a:ea typeface="Caveat"/>
                          <a:cs typeface="Caveat"/>
                          <a:sym typeface="Caveat"/>
                        </a:rPr>
                      </a:br>
                      <a:r>
                        <a:rPr lang="en" sz="1100">
                          <a:solidFill>
                            <a:srgbClr val="071325"/>
                          </a:solidFill>
                          <a:latin typeface="DM Sans"/>
                          <a:ea typeface="DM Sans"/>
                          <a:cs typeface="DM Sans"/>
                          <a:sym typeface="DM Sans"/>
                        </a:rPr>
                        <a:t>Solution Expert</a:t>
                      </a:r>
                      <a:endParaRPr sz="1500">
                        <a:solidFill>
                          <a:srgbClr val="071325"/>
                        </a:solidFill>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304800" lvl="0" marL="457200" marR="0" rtl="0" algn="l">
                        <a:lnSpc>
                          <a:spcPct val="100000"/>
                        </a:lnSpc>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Functional and product expert. Ensuring optimal use of system capabilities.</a:t>
                      </a:r>
                      <a:endParaRPr sz="1200">
                        <a:solidFill>
                          <a:srgbClr val="071325"/>
                        </a:solidFill>
                        <a:latin typeface="DM Sans"/>
                        <a:ea typeface="DM Sans"/>
                        <a:cs typeface="DM Sans"/>
                        <a:sym typeface="DM Sans"/>
                      </a:endParaRPr>
                    </a:p>
                    <a:p>
                      <a:pPr indent="-304800" lvl="0" marL="457200" marR="0" rtl="0" algn="l">
                        <a:lnSpc>
                          <a:spcPct val="100000"/>
                        </a:lnSpc>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Approver to the specific configuration before UAT and Go Live</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791300">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71325"/>
                          </a:solidFill>
                          <a:latin typeface="Source Serif 4 SemiBold"/>
                          <a:ea typeface="Source Serif 4 SemiBold"/>
                          <a:cs typeface="Source Serif 4 SemiBold"/>
                          <a:sym typeface="Source Serif 4 SemiBold"/>
                        </a:rPr>
                        <a:t>&lt;Name&gt;</a:t>
                      </a:r>
                      <a:br>
                        <a:rPr b="1" lang="en" sz="1100">
                          <a:solidFill>
                            <a:srgbClr val="071325"/>
                          </a:solidFill>
                          <a:latin typeface="Caveat"/>
                          <a:ea typeface="Caveat"/>
                          <a:cs typeface="Caveat"/>
                          <a:sym typeface="Caveat"/>
                        </a:rPr>
                      </a:br>
                      <a:r>
                        <a:rPr lang="en" sz="1100">
                          <a:solidFill>
                            <a:srgbClr val="071325"/>
                          </a:solidFill>
                          <a:latin typeface="DM Sans"/>
                          <a:ea typeface="DM Sans"/>
                          <a:cs typeface="DM Sans"/>
                          <a:sym typeface="DM Sans"/>
                        </a:rPr>
                        <a:t>VP of Customer Success </a:t>
                      </a:r>
                      <a:endParaRPr b="1" sz="1500">
                        <a:solidFill>
                          <a:srgbClr val="071325"/>
                        </a:solidFill>
                        <a:latin typeface="Caveat"/>
                        <a:ea typeface="Caveat"/>
                        <a:cs typeface="Caveat"/>
                        <a:sym typeface="Cavea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304800" lvl="0" marL="457200" rtl="0" algn="l">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Your executive-level contact at Dealhub to discuss strategic issues and ensure your satisfaction</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816625">
                <a:tc>
                  <a:txBody>
                    <a:bodyPr/>
                    <a:lstStyle/>
                    <a:p>
                      <a:pPr indent="0" lvl="0" marL="914400" marR="0" rtl="0" algn="l">
                        <a:lnSpc>
                          <a:spcPct val="115000"/>
                        </a:lnSpc>
                        <a:spcBef>
                          <a:spcPts val="0"/>
                        </a:spcBef>
                        <a:spcAft>
                          <a:spcPts val="0"/>
                        </a:spcAft>
                        <a:buNone/>
                      </a:pPr>
                      <a:r>
                        <a:t/>
                      </a:r>
                      <a:endParaRPr sz="1000" u="none" cap="none" strike="noStrike">
                        <a:solidFill>
                          <a:srgbClr val="250C36"/>
                        </a:solidFill>
                        <a:latin typeface="DM Sans SemiBold"/>
                        <a:ea typeface="DM Sans SemiBold"/>
                        <a:cs typeface="DM Sans SemiBold"/>
                        <a:sym typeface="DM Sans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alpha val="0"/>
                        </a:srgbClr>
                      </a:solidFill>
                      <a:prstDash val="solid"/>
                      <a:round/>
                      <a:headEnd len="sm" w="sm" type="none"/>
                      <a:tailEnd len="sm" w="sm" type="none"/>
                    </a:lnB>
                  </a:tcPr>
                </a:tc>
                <a:tc>
                  <a:txBody>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71325"/>
                          </a:solidFill>
                          <a:latin typeface="Source Serif 4 SemiBold"/>
                          <a:ea typeface="Source Serif 4 SemiBold"/>
                          <a:cs typeface="Source Serif 4 SemiBold"/>
                          <a:sym typeface="Source Serif 4 SemiBold"/>
                        </a:rPr>
                        <a:t>&lt;Name&gt;</a:t>
                      </a:r>
                      <a:br>
                        <a:rPr b="1" lang="en" sz="1100">
                          <a:solidFill>
                            <a:srgbClr val="071325"/>
                          </a:solidFill>
                          <a:latin typeface="Caveat"/>
                          <a:ea typeface="Caveat"/>
                          <a:cs typeface="Caveat"/>
                          <a:sym typeface="Caveat"/>
                        </a:rPr>
                      </a:br>
                      <a:r>
                        <a:rPr lang="en" sz="1100">
                          <a:solidFill>
                            <a:srgbClr val="071325"/>
                          </a:solidFill>
                          <a:latin typeface="DM Sans"/>
                          <a:ea typeface="DM Sans"/>
                          <a:cs typeface="DM Sans"/>
                          <a:sym typeface="DM Sans"/>
                        </a:rPr>
                        <a:t>SVP of Account Management</a:t>
                      </a:r>
                      <a:endParaRPr sz="1700">
                        <a:solidFill>
                          <a:srgbClr val="071325"/>
                        </a:solidFill>
                        <a:latin typeface="Source Serif 4 SemiBold"/>
                        <a:ea typeface="Source Serif 4 SemiBold"/>
                        <a:cs typeface="Source Serif 4 SemiBold"/>
                        <a:sym typeface="Source Serif 4 SemiBold"/>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alpha val="0"/>
                        </a:srgbClr>
                      </a:solidFill>
                      <a:prstDash val="solid"/>
                      <a:round/>
                      <a:headEnd len="sm" w="sm" type="none"/>
                      <a:tailEnd len="sm" w="sm" type="none"/>
                    </a:lnB>
                  </a:tcPr>
                </a:tc>
                <a:tc>
                  <a:txBody>
                    <a:bodyPr/>
                    <a:lstStyle/>
                    <a:p>
                      <a:pPr indent="-304800" lvl="0" marL="457200" marR="0" rtl="0" algn="l">
                        <a:lnSpc>
                          <a:spcPct val="100000"/>
                        </a:lnSpc>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Aligns customer investments to business goals and vision</a:t>
                      </a:r>
                      <a:endParaRPr sz="1200">
                        <a:solidFill>
                          <a:srgbClr val="071325"/>
                        </a:solidFill>
                        <a:latin typeface="DM Sans"/>
                        <a:ea typeface="DM Sans"/>
                        <a:cs typeface="DM Sans"/>
                        <a:sym typeface="DM Sans"/>
                      </a:endParaRPr>
                    </a:p>
                    <a:p>
                      <a:pPr indent="-304800" lvl="0" marL="457200" marR="0" rtl="0" algn="l">
                        <a:lnSpc>
                          <a:spcPct val="100000"/>
                        </a:lnSpc>
                        <a:spcBef>
                          <a:spcPts val="0"/>
                        </a:spcBef>
                        <a:spcAft>
                          <a:spcPts val="0"/>
                        </a:spcAft>
                        <a:buClr>
                          <a:srgbClr val="6091BF"/>
                        </a:buClr>
                        <a:buSzPts val="1200"/>
                        <a:buFont typeface="DM Sans"/>
                        <a:buChar char="●"/>
                      </a:pPr>
                      <a:r>
                        <a:rPr lang="en" sz="1200">
                          <a:solidFill>
                            <a:srgbClr val="071325"/>
                          </a:solidFill>
                          <a:latin typeface="DM Sans"/>
                          <a:ea typeface="DM Sans"/>
                          <a:cs typeface="DM Sans"/>
                          <a:sym typeface="DM Sans"/>
                        </a:rPr>
                        <a:t>Helps identify and unlock additional value to maximizes impact from the platform</a:t>
                      </a:r>
                      <a:endParaRPr sz="1200">
                        <a:solidFill>
                          <a:srgbClr val="071325"/>
                        </a:solidFill>
                        <a:latin typeface="DM Sans"/>
                        <a:ea typeface="DM Sans"/>
                        <a:cs typeface="DM Sans"/>
                        <a:sym typeface="DM Sans"/>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alpha val="0"/>
                        </a:srgbClr>
                      </a:solidFill>
                      <a:prstDash val="solid"/>
                      <a:round/>
                      <a:headEnd len="sm" w="sm" type="none"/>
                      <a:tailEnd len="sm" w="sm" type="none"/>
                    </a:lnB>
                  </a:tcPr>
                </a:tc>
              </a:tr>
            </a:tbl>
          </a:graphicData>
        </a:graphic>
      </p:graphicFrame>
      <p:pic>
        <p:nvPicPr>
          <p:cNvPr id="291" name="Google Shape;291;p17" title="1.png"/>
          <p:cNvPicPr preferRelativeResize="0"/>
          <p:nvPr/>
        </p:nvPicPr>
        <p:blipFill>
          <a:blip r:embed="rId3">
            <a:alphaModFix/>
          </a:blip>
          <a:stretch>
            <a:fillRect/>
          </a:stretch>
        </p:blipFill>
        <p:spPr>
          <a:xfrm>
            <a:off x="714850" y="1100400"/>
            <a:ext cx="657843" cy="657843"/>
          </a:xfrm>
          <a:prstGeom prst="rect">
            <a:avLst/>
          </a:prstGeom>
          <a:noFill/>
          <a:ln>
            <a:noFill/>
          </a:ln>
        </p:spPr>
      </p:pic>
      <p:pic>
        <p:nvPicPr>
          <p:cNvPr id="292" name="Google Shape;292;p17" title="1.png"/>
          <p:cNvPicPr preferRelativeResize="0"/>
          <p:nvPr/>
        </p:nvPicPr>
        <p:blipFill>
          <a:blip r:embed="rId3">
            <a:alphaModFix/>
          </a:blip>
          <a:stretch>
            <a:fillRect/>
          </a:stretch>
        </p:blipFill>
        <p:spPr>
          <a:xfrm>
            <a:off x="714850" y="1894401"/>
            <a:ext cx="657843" cy="657843"/>
          </a:xfrm>
          <a:prstGeom prst="rect">
            <a:avLst/>
          </a:prstGeom>
          <a:noFill/>
          <a:ln>
            <a:noFill/>
          </a:ln>
        </p:spPr>
      </p:pic>
      <p:pic>
        <p:nvPicPr>
          <p:cNvPr id="293" name="Google Shape;293;p17" title="1.png"/>
          <p:cNvPicPr preferRelativeResize="0"/>
          <p:nvPr/>
        </p:nvPicPr>
        <p:blipFill>
          <a:blip r:embed="rId3">
            <a:alphaModFix/>
          </a:blip>
          <a:stretch>
            <a:fillRect/>
          </a:stretch>
        </p:blipFill>
        <p:spPr>
          <a:xfrm>
            <a:off x="714850" y="2688401"/>
            <a:ext cx="657843" cy="657843"/>
          </a:xfrm>
          <a:prstGeom prst="rect">
            <a:avLst/>
          </a:prstGeom>
          <a:noFill/>
          <a:ln>
            <a:noFill/>
          </a:ln>
        </p:spPr>
      </p:pic>
      <p:pic>
        <p:nvPicPr>
          <p:cNvPr id="294" name="Google Shape;294;p17" title="1.png"/>
          <p:cNvPicPr preferRelativeResize="0"/>
          <p:nvPr/>
        </p:nvPicPr>
        <p:blipFill>
          <a:blip r:embed="rId3">
            <a:alphaModFix/>
          </a:blip>
          <a:stretch>
            <a:fillRect/>
          </a:stretch>
        </p:blipFill>
        <p:spPr>
          <a:xfrm>
            <a:off x="714850" y="3482402"/>
            <a:ext cx="657843" cy="657843"/>
          </a:xfrm>
          <a:prstGeom prst="rect">
            <a:avLst/>
          </a:prstGeom>
          <a:noFill/>
          <a:ln>
            <a:noFill/>
          </a:ln>
        </p:spPr>
      </p:pic>
      <p:pic>
        <p:nvPicPr>
          <p:cNvPr id="295" name="Google Shape;295;p17" title="1.png"/>
          <p:cNvPicPr preferRelativeResize="0"/>
          <p:nvPr/>
        </p:nvPicPr>
        <p:blipFill>
          <a:blip r:embed="rId3">
            <a:alphaModFix/>
          </a:blip>
          <a:stretch>
            <a:fillRect/>
          </a:stretch>
        </p:blipFill>
        <p:spPr>
          <a:xfrm>
            <a:off x="714850" y="4276403"/>
            <a:ext cx="657843" cy="657843"/>
          </a:xfrm>
          <a:prstGeom prst="rect">
            <a:avLst/>
          </a:prstGeom>
          <a:noFill/>
          <a:ln>
            <a:noFill/>
          </a:ln>
        </p:spPr>
      </p:pic>
      <p:sp>
        <p:nvSpPr>
          <p:cNvPr id="296" name="Google Shape;296;p17"/>
          <p:cNvSpPr txBox="1"/>
          <p:nvPr/>
        </p:nvSpPr>
        <p:spPr>
          <a:xfrm>
            <a:off x="0" y="4816851"/>
            <a:ext cx="9144000" cy="3621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Use with AM in Kick off</a:t>
            </a:r>
            <a:endParaRPr>
              <a:solidFill>
                <a:srgbClr val="FF0000"/>
              </a:solidFill>
              <a:latin typeface="DM Sans"/>
              <a:ea typeface="DM Sans"/>
              <a:cs typeface="DM Sans"/>
              <a:sym typeface="DM Sans"/>
            </a:endParaRPr>
          </a:p>
        </p:txBody>
      </p:sp>
      <p:sp>
        <p:nvSpPr>
          <p:cNvPr id="297" name="Google Shape;297;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8"/>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Philosophy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303" name="Google Shape;303;p18"/>
          <p:cNvSpPr txBox="1"/>
          <p:nvPr/>
        </p:nvSpPr>
        <p:spPr>
          <a:xfrm>
            <a:off x="4598372" y="2450349"/>
            <a:ext cx="3889800" cy="9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0F2552"/>
                </a:solidFill>
                <a:latin typeface="Source Serif 4 Medium"/>
                <a:ea typeface="Source Serif 4 Medium"/>
                <a:cs typeface="Source Serif 4 Medium"/>
                <a:sym typeface="Source Serif 4 Medium"/>
              </a:rPr>
              <a:t>Drive for </a:t>
            </a:r>
            <a:r>
              <a:rPr b="1" lang="en" sz="1700">
                <a:solidFill>
                  <a:srgbClr val="0F2552"/>
                </a:solidFill>
                <a:latin typeface="Source Serif 4"/>
                <a:ea typeface="Source Serif 4"/>
                <a:cs typeface="Source Serif 4"/>
                <a:sym typeface="Source Serif 4"/>
              </a:rPr>
              <a:t>results</a:t>
            </a:r>
            <a:r>
              <a:rPr lang="en" sz="1700">
                <a:solidFill>
                  <a:srgbClr val="0F2552"/>
                </a:solidFill>
                <a:latin typeface="Source Serif 4 Medium"/>
                <a:ea typeface="Source Serif 4 Medium"/>
                <a:cs typeface="Source Serif 4 Medium"/>
                <a:sym typeface="Source Serif 4 Medium"/>
              </a:rPr>
              <a:t>, fast!</a:t>
            </a:r>
            <a:endParaRPr sz="1700">
              <a:solidFill>
                <a:srgbClr val="0F2552"/>
              </a:solidFill>
              <a:latin typeface="Source Serif 4 Medium"/>
              <a:ea typeface="Source Serif 4 Medium"/>
              <a:cs typeface="Source Serif 4 Medium"/>
              <a:sym typeface="Source Serif 4 Medium"/>
            </a:endParaRPr>
          </a:p>
          <a:p>
            <a:pPr indent="0" lvl="0" marL="0" rtl="0" algn="l">
              <a:spcBef>
                <a:spcPts val="1000"/>
              </a:spcBef>
              <a:spcAft>
                <a:spcPts val="0"/>
              </a:spcAft>
              <a:buNone/>
            </a:pPr>
            <a:r>
              <a:rPr lang="en" sz="1200">
                <a:solidFill>
                  <a:srgbClr val="0F2552"/>
                </a:solidFill>
                <a:latin typeface="DM Sans"/>
                <a:ea typeface="DM Sans"/>
                <a:cs typeface="DM Sans"/>
                <a:sym typeface="DM Sans"/>
              </a:rPr>
              <a:t>Define MVP, phases and rollout strategy</a:t>
            </a:r>
            <a:endParaRPr>
              <a:solidFill>
                <a:srgbClr val="0F2552"/>
              </a:solidFill>
              <a:latin typeface="DM Sans"/>
              <a:ea typeface="DM Sans"/>
              <a:cs typeface="DM Sans"/>
              <a:sym typeface="DM Sans"/>
            </a:endParaRPr>
          </a:p>
        </p:txBody>
      </p:sp>
      <p:sp>
        <p:nvSpPr>
          <p:cNvPr id="304" name="Google Shape;304;p18"/>
          <p:cNvSpPr txBox="1"/>
          <p:nvPr/>
        </p:nvSpPr>
        <p:spPr>
          <a:xfrm>
            <a:off x="4598382" y="3531297"/>
            <a:ext cx="4092600" cy="9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rgbClr val="0F2552"/>
                </a:solidFill>
                <a:latin typeface="Source Serif 4 Medium"/>
                <a:ea typeface="Source Serif 4 Medium"/>
                <a:cs typeface="Source Serif 4 Medium"/>
                <a:sym typeface="Source Serif 4 Medium"/>
              </a:rPr>
              <a:t>Adapt, Improve, </a:t>
            </a:r>
            <a:r>
              <a:rPr b="1" lang="en" sz="1700">
                <a:solidFill>
                  <a:srgbClr val="0F2552"/>
                </a:solidFill>
                <a:latin typeface="Source Serif 4"/>
                <a:ea typeface="Source Serif 4"/>
                <a:cs typeface="Source Serif 4"/>
                <a:sym typeface="Source Serif 4"/>
              </a:rPr>
              <a:t>Simplify</a:t>
            </a:r>
            <a:r>
              <a:rPr lang="en" sz="1700">
                <a:solidFill>
                  <a:srgbClr val="0F2552"/>
                </a:solidFill>
                <a:latin typeface="Source Serif 4 Medium"/>
                <a:ea typeface="Source Serif 4 Medium"/>
                <a:cs typeface="Source Serif 4 Medium"/>
                <a:sym typeface="Source Serif 4 Medium"/>
              </a:rPr>
              <a:t>!</a:t>
            </a:r>
            <a:endParaRPr sz="1700">
              <a:solidFill>
                <a:srgbClr val="0F2552"/>
              </a:solidFill>
              <a:latin typeface="Source Serif 4 Medium"/>
              <a:ea typeface="Source Serif 4 Medium"/>
              <a:cs typeface="Source Serif 4 Medium"/>
              <a:sym typeface="Source Serif 4 Medium"/>
            </a:endParaRPr>
          </a:p>
          <a:p>
            <a:pPr indent="0" lvl="0" marL="0" marR="0" rtl="0" algn="l">
              <a:lnSpc>
                <a:spcPct val="100000"/>
              </a:lnSpc>
              <a:spcBef>
                <a:spcPts val="1000"/>
              </a:spcBef>
              <a:spcAft>
                <a:spcPts val="0"/>
              </a:spcAft>
              <a:buNone/>
            </a:pPr>
            <a:r>
              <a:rPr lang="en" sz="1200">
                <a:solidFill>
                  <a:srgbClr val="0F2552"/>
                </a:solidFill>
                <a:latin typeface="DM Sans"/>
                <a:ea typeface="DM Sans"/>
                <a:cs typeface="DM Sans"/>
                <a:sym typeface="DM Sans"/>
              </a:rPr>
              <a:t>Leverage the implementation to simplify processes and align with best practices</a:t>
            </a:r>
            <a:endParaRPr>
              <a:solidFill>
                <a:srgbClr val="0F2552"/>
              </a:solidFill>
              <a:latin typeface="DM Sans"/>
              <a:ea typeface="DM Sans"/>
              <a:cs typeface="DM Sans"/>
              <a:sym typeface="DM Sans"/>
            </a:endParaRPr>
          </a:p>
          <a:p>
            <a:pPr indent="0" lvl="0" marL="0" marR="0" rtl="0" algn="l">
              <a:lnSpc>
                <a:spcPct val="100000"/>
              </a:lnSpc>
              <a:spcBef>
                <a:spcPts val="0"/>
              </a:spcBef>
              <a:spcAft>
                <a:spcPts val="0"/>
              </a:spcAft>
              <a:buNone/>
            </a:pPr>
            <a:r>
              <a:t/>
            </a:r>
            <a:endParaRPr>
              <a:solidFill>
                <a:srgbClr val="0F2552"/>
              </a:solidFill>
              <a:latin typeface="DM Sans"/>
              <a:ea typeface="DM Sans"/>
              <a:cs typeface="DM Sans"/>
              <a:sym typeface="DM Sans"/>
            </a:endParaRPr>
          </a:p>
        </p:txBody>
      </p:sp>
      <p:sp>
        <p:nvSpPr>
          <p:cNvPr id="305" name="Google Shape;305;p18"/>
          <p:cNvSpPr txBox="1"/>
          <p:nvPr/>
        </p:nvSpPr>
        <p:spPr>
          <a:xfrm>
            <a:off x="4598372" y="1166197"/>
            <a:ext cx="4092600" cy="91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700">
                <a:solidFill>
                  <a:srgbClr val="0F2552"/>
                </a:solidFill>
                <a:latin typeface="Source Serif 4 Medium"/>
                <a:ea typeface="Source Serif 4 Medium"/>
                <a:cs typeface="Source Serif 4 Medium"/>
                <a:sym typeface="Source Serif 4 Medium"/>
              </a:rPr>
              <a:t>We are in it </a:t>
            </a:r>
            <a:r>
              <a:rPr b="1" lang="en" sz="1700">
                <a:solidFill>
                  <a:srgbClr val="0F2552"/>
                </a:solidFill>
                <a:latin typeface="Source Serif 4"/>
                <a:ea typeface="Source Serif 4"/>
                <a:cs typeface="Source Serif 4"/>
                <a:sym typeface="Source Serif 4"/>
              </a:rPr>
              <a:t>together</a:t>
            </a:r>
            <a:r>
              <a:rPr lang="en" sz="1700">
                <a:solidFill>
                  <a:srgbClr val="0F2552"/>
                </a:solidFill>
                <a:latin typeface="Source Serif 4 Medium"/>
                <a:ea typeface="Source Serif 4 Medium"/>
                <a:cs typeface="Source Serif 4 Medium"/>
                <a:sym typeface="Source Serif 4 Medium"/>
              </a:rPr>
              <a:t>!</a:t>
            </a:r>
            <a:endParaRPr sz="1700">
              <a:solidFill>
                <a:srgbClr val="0F2552"/>
              </a:solidFill>
              <a:latin typeface="Source Serif 4 Medium"/>
              <a:ea typeface="Source Serif 4 Medium"/>
              <a:cs typeface="Source Serif 4 Medium"/>
              <a:sym typeface="Source Serif 4 Medium"/>
            </a:endParaRPr>
          </a:p>
          <a:p>
            <a:pPr indent="0" lvl="0" marL="0" rtl="0" algn="l">
              <a:lnSpc>
                <a:spcPct val="115000"/>
              </a:lnSpc>
              <a:spcBef>
                <a:spcPts val="1000"/>
              </a:spcBef>
              <a:spcAft>
                <a:spcPts val="1000"/>
              </a:spcAft>
              <a:buNone/>
            </a:pPr>
            <a:r>
              <a:rPr lang="en" sz="1200">
                <a:solidFill>
                  <a:srgbClr val="0F2552"/>
                </a:solidFill>
                <a:latin typeface="DM Sans"/>
                <a:ea typeface="DM Sans"/>
                <a:cs typeface="DM Sans"/>
                <a:sym typeface="DM Sans"/>
              </a:rPr>
              <a:t>Hand in hand til you take control of your system</a:t>
            </a:r>
            <a:br>
              <a:rPr lang="en" sz="1200">
                <a:solidFill>
                  <a:srgbClr val="0F2552"/>
                </a:solidFill>
                <a:latin typeface="DM Sans"/>
                <a:ea typeface="DM Sans"/>
                <a:cs typeface="DM Sans"/>
                <a:sym typeface="DM Sans"/>
              </a:rPr>
            </a:br>
            <a:r>
              <a:rPr lang="en" sz="1200">
                <a:solidFill>
                  <a:srgbClr val="0F2552"/>
                </a:solidFill>
                <a:latin typeface="DM Sans"/>
                <a:ea typeface="DM Sans"/>
                <a:cs typeface="DM Sans"/>
                <a:sym typeface="DM Sans"/>
              </a:rPr>
              <a:t>Working with Ops and the end users to achieve results</a:t>
            </a:r>
            <a:endParaRPr sz="1200">
              <a:solidFill>
                <a:srgbClr val="0F2552"/>
              </a:solidFill>
              <a:latin typeface="DM Sans"/>
              <a:ea typeface="DM Sans"/>
              <a:cs typeface="DM Sans"/>
              <a:sym typeface="DM Sans"/>
            </a:endParaRPr>
          </a:p>
        </p:txBody>
      </p:sp>
      <p:pic>
        <p:nvPicPr>
          <p:cNvPr id="306" name="Google Shape;306;p18" title="3.png"/>
          <p:cNvPicPr preferRelativeResize="0"/>
          <p:nvPr/>
        </p:nvPicPr>
        <p:blipFill>
          <a:blip r:embed="rId3">
            <a:alphaModFix/>
          </a:blip>
          <a:stretch>
            <a:fillRect/>
          </a:stretch>
        </p:blipFill>
        <p:spPr>
          <a:xfrm>
            <a:off x="4434052" y="1308736"/>
            <a:ext cx="173000" cy="184650"/>
          </a:xfrm>
          <a:prstGeom prst="rect">
            <a:avLst/>
          </a:prstGeom>
          <a:noFill/>
          <a:ln>
            <a:noFill/>
          </a:ln>
        </p:spPr>
      </p:pic>
      <p:pic>
        <p:nvPicPr>
          <p:cNvPr id="307" name="Google Shape;307;p18" title="3.png"/>
          <p:cNvPicPr preferRelativeResize="0"/>
          <p:nvPr/>
        </p:nvPicPr>
        <p:blipFill>
          <a:blip r:embed="rId3">
            <a:alphaModFix/>
          </a:blip>
          <a:stretch>
            <a:fillRect/>
          </a:stretch>
        </p:blipFill>
        <p:spPr>
          <a:xfrm>
            <a:off x="4434051" y="2589679"/>
            <a:ext cx="173000" cy="184650"/>
          </a:xfrm>
          <a:prstGeom prst="rect">
            <a:avLst/>
          </a:prstGeom>
          <a:noFill/>
          <a:ln>
            <a:noFill/>
          </a:ln>
        </p:spPr>
      </p:pic>
      <p:pic>
        <p:nvPicPr>
          <p:cNvPr id="308" name="Google Shape;308;p18" title="3.png"/>
          <p:cNvPicPr preferRelativeResize="0"/>
          <p:nvPr/>
        </p:nvPicPr>
        <p:blipFill>
          <a:blip r:embed="rId3">
            <a:alphaModFix/>
          </a:blip>
          <a:stretch>
            <a:fillRect/>
          </a:stretch>
        </p:blipFill>
        <p:spPr>
          <a:xfrm>
            <a:off x="4434051" y="3673554"/>
            <a:ext cx="173000" cy="184650"/>
          </a:xfrm>
          <a:prstGeom prst="rect">
            <a:avLst/>
          </a:prstGeom>
          <a:noFill/>
          <a:ln>
            <a:noFill/>
          </a:ln>
        </p:spPr>
      </p:pic>
      <p:grpSp>
        <p:nvGrpSpPr>
          <p:cNvPr id="309" name="Google Shape;309;p18"/>
          <p:cNvGrpSpPr/>
          <p:nvPr/>
        </p:nvGrpSpPr>
        <p:grpSpPr>
          <a:xfrm>
            <a:off x="814490" y="898325"/>
            <a:ext cx="2886100" cy="2886100"/>
            <a:chOff x="792175" y="898325"/>
            <a:chExt cx="2886100" cy="2886100"/>
          </a:xfrm>
        </p:grpSpPr>
        <p:pic>
          <p:nvPicPr>
            <p:cNvPr id="310" name="Google Shape;310;p18" title="3.png"/>
            <p:cNvPicPr preferRelativeResize="0"/>
            <p:nvPr/>
          </p:nvPicPr>
          <p:blipFill>
            <a:blip r:embed="rId4">
              <a:alphaModFix/>
            </a:blip>
            <a:stretch>
              <a:fillRect/>
            </a:stretch>
          </p:blipFill>
          <p:spPr>
            <a:xfrm>
              <a:off x="792175" y="898325"/>
              <a:ext cx="2886100" cy="2886100"/>
            </a:xfrm>
            <a:prstGeom prst="rect">
              <a:avLst/>
            </a:prstGeom>
            <a:noFill/>
            <a:ln>
              <a:noFill/>
            </a:ln>
          </p:spPr>
        </p:pic>
        <p:sp>
          <p:nvSpPr>
            <p:cNvPr id="311" name="Google Shape;311;p18"/>
            <p:cNvSpPr txBox="1"/>
            <p:nvPr/>
          </p:nvSpPr>
          <p:spPr>
            <a:xfrm>
              <a:off x="1615659" y="2023325"/>
              <a:ext cx="1224600" cy="38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2552"/>
                  </a:solidFill>
                  <a:latin typeface="DM Sans Medium"/>
                  <a:ea typeface="DM Sans Medium"/>
                  <a:cs typeface="DM Sans Medium"/>
                  <a:sym typeface="DM Sans Medium"/>
                </a:rPr>
                <a:t>Partnership</a:t>
              </a:r>
              <a:endParaRPr sz="1200">
                <a:solidFill>
                  <a:srgbClr val="0F2552"/>
                </a:solidFill>
                <a:latin typeface="DM Sans Medium"/>
                <a:ea typeface="DM Sans Medium"/>
                <a:cs typeface="DM Sans Medium"/>
                <a:sym typeface="DM Sans Medium"/>
              </a:endParaRPr>
            </a:p>
          </p:txBody>
        </p:sp>
      </p:grpSp>
      <p:grpSp>
        <p:nvGrpSpPr>
          <p:cNvPr id="312" name="Google Shape;312;p18"/>
          <p:cNvGrpSpPr/>
          <p:nvPr/>
        </p:nvGrpSpPr>
        <p:grpSpPr>
          <a:xfrm>
            <a:off x="156831" y="2123740"/>
            <a:ext cx="2833653" cy="2833674"/>
            <a:chOff x="156831" y="2123740"/>
            <a:chExt cx="2833653" cy="2833674"/>
          </a:xfrm>
        </p:grpSpPr>
        <p:pic>
          <p:nvPicPr>
            <p:cNvPr id="313" name="Google Shape;313;p18" title="1.png"/>
            <p:cNvPicPr preferRelativeResize="0"/>
            <p:nvPr/>
          </p:nvPicPr>
          <p:blipFill>
            <a:blip r:embed="rId5">
              <a:alphaModFix/>
            </a:blip>
            <a:stretch>
              <a:fillRect/>
            </a:stretch>
          </p:blipFill>
          <p:spPr>
            <a:xfrm>
              <a:off x="156831" y="2123740"/>
              <a:ext cx="2833653" cy="2833674"/>
            </a:xfrm>
            <a:prstGeom prst="rect">
              <a:avLst/>
            </a:prstGeom>
            <a:noFill/>
            <a:ln>
              <a:noFill/>
            </a:ln>
          </p:spPr>
        </p:pic>
        <p:sp>
          <p:nvSpPr>
            <p:cNvPr id="314" name="Google Shape;314;p18"/>
            <p:cNvSpPr txBox="1"/>
            <p:nvPr/>
          </p:nvSpPr>
          <p:spPr>
            <a:xfrm>
              <a:off x="856294" y="3379210"/>
              <a:ext cx="1224600" cy="51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2552"/>
                  </a:solidFill>
                  <a:latin typeface="DM Sans Medium"/>
                  <a:ea typeface="DM Sans Medium"/>
                  <a:cs typeface="DM Sans Medium"/>
                  <a:sym typeface="DM Sans Medium"/>
                </a:rPr>
                <a:t>Follow Best Practices</a:t>
              </a:r>
              <a:endParaRPr sz="1200">
                <a:solidFill>
                  <a:srgbClr val="0F2552"/>
                </a:solidFill>
                <a:latin typeface="DM Sans Medium"/>
                <a:ea typeface="DM Sans Medium"/>
                <a:cs typeface="DM Sans Medium"/>
                <a:sym typeface="DM Sans Medium"/>
              </a:endParaRPr>
            </a:p>
          </p:txBody>
        </p:sp>
      </p:grpSp>
      <p:grpSp>
        <p:nvGrpSpPr>
          <p:cNvPr id="315" name="Google Shape;315;p18"/>
          <p:cNvGrpSpPr/>
          <p:nvPr/>
        </p:nvGrpSpPr>
        <p:grpSpPr>
          <a:xfrm>
            <a:off x="1533443" y="2127482"/>
            <a:ext cx="2807626" cy="2807626"/>
            <a:chOff x="1533443" y="2127482"/>
            <a:chExt cx="2807626" cy="2807626"/>
          </a:xfrm>
        </p:grpSpPr>
        <p:pic>
          <p:nvPicPr>
            <p:cNvPr id="316" name="Google Shape;316;p18" title="2.png"/>
            <p:cNvPicPr preferRelativeResize="0"/>
            <p:nvPr/>
          </p:nvPicPr>
          <p:blipFill>
            <a:blip r:embed="rId6">
              <a:alphaModFix/>
            </a:blip>
            <a:stretch>
              <a:fillRect/>
            </a:stretch>
          </p:blipFill>
          <p:spPr>
            <a:xfrm>
              <a:off x="1533443" y="2127482"/>
              <a:ext cx="2807626" cy="2807626"/>
            </a:xfrm>
            <a:prstGeom prst="rect">
              <a:avLst/>
            </a:prstGeom>
            <a:noFill/>
            <a:ln>
              <a:noFill/>
            </a:ln>
          </p:spPr>
        </p:pic>
        <p:sp>
          <p:nvSpPr>
            <p:cNvPr id="317" name="Google Shape;317;p18"/>
            <p:cNvSpPr txBox="1"/>
            <p:nvPr/>
          </p:nvSpPr>
          <p:spPr>
            <a:xfrm>
              <a:off x="2527641" y="3379210"/>
              <a:ext cx="960300" cy="51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0F2552"/>
                  </a:solidFill>
                  <a:latin typeface="DM Sans Medium"/>
                  <a:ea typeface="DM Sans Medium"/>
                  <a:cs typeface="DM Sans Medium"/>
                  <a:sym typeface="DM Sans Medium"/>
                </a:rPr>
                <a:t>Rapid time to value</a:t>
              </a:r>
              <a:endParaRPr sz="1200">
                <a:solidFill>
                  <a:srgbClr val="0F2552"/>
                </a:solidFill>
                <a:latin typeface="DM Sans Medium"/>
                <a:ea typeface="DM Sans Medium"/>
                <a:cs typeface="DM Sans Medium"/>
                <a:sym typeface="DM Sans Medium"/>
              </a:endParaRPr>
            </a:p>
          </p:txBody>
        </p:sp>
      </p:grpSp>
      <p:sp>
        <p:nvSpPr>
          <p:cNvPr id="318" name="Google Shape;31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par>
                          <p:cTn fill="hold">
                            <p:stCondLst>
                              <p:cond delay="0"/>
                            </p:stCondLst>
                            <p:childTnLst>
                              <p:par>
                                <p:cTn fill="hold" nodeType="afterEffect" presetClass="emph" presetID="8" presetSubtype="0">
                                  <p:stCondLst>
                                    <p:cond delay="0"/>
                                  </p:stCondLst>
                                  <p:childTnLst>
                                    <p:animRot by="-21600000">
                                      <p:cBhvr>
                                        <p:cTn dur="1000" fill="hold"/>
                                        <p:tgtEl>
                                          <p:spTgt spid="306"/>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par>
                          <p:cTn fill="hold">
                            <p:stCondLst>
                              <p:cond delay="0"/>
                            </p:stCondLst>
                            <p:childTnLst>
                              <p:par>
                                <p:cTn fill="hold" nodeType="afterEffect" presetClass="emph" presetID="8" presetSubtype="0">
                                  <p:stCondLst>
                                    <p:cond delay="0"/>
                                  </p:stCondLst>
                                  <p:childTnLst>
                                    <p:animRot by="-21600000">
                                      <p:cBhvr>
                                        <p:cTn dur="1000" fill="hold"/>
                                        <p:tgtEl>
                                          <p:spTgt spid="307"/>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par>
                          <p:cTn fill="hold">
                            <p:stCondLst>
                              <p:cond delay="0"/>
                            </p:stCondLst>
                            <p:childTnLst>
                              <p:par>
                                <p:cTn fill="hold" nodeType="afterEffect" presetClass="emph" presetID="8" presetSubtype="0">
                                  <p:stCondLst>
                                    <p:cond delay="0"/>
                                  </p:stCondLst>
                                  <p:childTnLst>
                                    <p:animRot by="-21600000">
                                      <p:cBhvr>
                                        <p:cTn dur="1000" fill="hold"/>
                                        <p:tgtEl>
                                          <p:spTgt spid="30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9"/>
          <p:cNvSpPr txBox="1"/>
          <p:nvPr>
            <p:ph type="title"/>
          </p:nvPr>
        </p:nvSpPr>
        <p:spPr>
          <a:xfrm>
            <a:off x="394825" y="1736827"/>
            <a:ext cx="3864600" cy="12477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sz="4000">
                <a:solidFill>
                  <a:srgbClr val="0F2552"/>
                </a:solidFill>
                <a:latin typeface="Source Serif 4 SemiBold"/>
                <a:ea typeface="Source Serif 4 SemiBold"/>
                <a:cs typeface="Source Serif 4 SemiBold"/>
                <a:sym typeface="Source Serif 4 SemiBold"/>
              </a:rPr>
              <a:t>Getting to know you </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9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10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p:txBody>
      </p:sp>
      <p:sp>
        <p:nvSpPr>
          <p:cNvPr id="324" name="Google Shape;324;p19"/>
          <p:cNvSpPr txBox="1"/>
          <p:nvPr/>
        </p:nvSpPr>
        <p:spPr>
          <a:xfrm>
            <a:off x="393450" y="1147594"/>
            <a:ext cx="132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2000">
                <a:solidFill>
                  <a:srgbClr val="163C70"/>
                </a:solidFill>
                <a:latin typeface="DM Sans Medium"/>
                <a:ea typeface="DM Sans Medium"/>
                <a:cs typeface="DM Sans Medium"/>
                <a:sym typeface="DM Sans Medium"/>
              </a:rPr>
              <a:t>02</a:t>
            </a:r>
            <a:endParaRPr sz="1800">
              <a:latin typeface="DM Sans Medium"/>
              <a:ea typeface="DM Sans Medium"/>
              <a:cs typeface="DM Sans Medium"/>
              <a:sym typeface="DM Sans Medium"/>
            </a:endParaRPr>
          </a:p>
        </p:txBody>
      </p:sp>
      <p:sp>
        <p:nvSpPr>
          <p:cNvPr id="325" name="Google Shape;325;p19"/>
          <p:cNvSpPr txBox="1"/>
          <p:nvPr>
            <p:ph idx="1" type="subTitle"/>
          </p:nvPr>
        </p:nvSpPr>
        <p:spPr>
          <a:xfrm>
            <a:off x="411925" y="1142400"/>
            <a:ext cx="4443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326" name="Google Shape;326;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0"/>
          <p:cNvSpPr/>
          <p:nvPr/>
        </p:nvSpPr>
        <p:spPr>
          <a:xfrm>
            <a:off x="2423200" y="2620299"/>
            <a:ext cx="910200" cy="663900"/>
          </a:xfrm>
          <a:prstGeom prst="roundRect">
            <a:avLst>
              <a:gd fmla="val 16667" name="adj"/>
            </a:avLst>
          </a:prstGeom>
          <a:solidFill>
            <a:srgbClr val="D8E6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2" name="Google Shape;332;p20"/>
          <p:cNvSpPr/>
          <p:nvPr/>
        </p:nvSpPr>
        <p:spPr>
          <a:xfrm>
            <a:off x="5595936" y="2617339"/>
            <a:ext cx="910200" cy="663900"/>
          </a:xfrm>
          <a:prstGeom prst="roundRect">
            <a:avLst>
              <a:gd fmla="val 16667" name="adj"/>
            </a:avLst>
          </a:prstGeom>
          <a:solidFill>
            <a:srgbClr val="D8E6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3" name="Google Shape;333;p20"/>
          <p:cNvSpPr/>
          <p:nvPr/>
        </p:nvSpPr>
        <p:spPr>
          <a:xfrm>
            <a:off x="2117850" y="2390849"/>
            <a:ext cx="4692900" cy="2004600"/>
          </a:xfrm>
          <a:prstGeom prst="roundRect">
            <a:avLst>
              <a:gd fmla="val 4636" name="adj"/>
            </a:avLst>
          </a:prstGeom>
          <a:solidFill>
            <a:srgbClr val="D9D9D9">
              <a:alpha val="0"/>
            </a:srgbClr>
          </a:solidFill>
          <a:ln cap="flat" cmpd="sng" w="9525">
            <a:solidFill>
              <a:srgbClr val="00206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20"/>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t>Your High Level Solution</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335" name="Google Shape;335;p20"/>
          <p:cNvSpPr/>
          <p:nvPr/>
        </p:nvSpPr>
        <p:spPr>
          <a:xfrm>
            <a:off x="7780157" y="1231772"/>
            <a:ext cx="663900" cy="663900"/>
          </a:xfrm>
          <a:prstGeom prst="roundRect">
            <a:avLst>
              <a:gd fmla="val 16667" name="adj"/>
            </a:avLst>
          </a:prstGeom>
          <a:solidFill>
            <a:srgbClr val="EAF5FF"/>
          </a:solidFill>
          <a:ln cap="flat" cmpd="sng" w="9525">
            <a:solidFill>
              <a:srgbClr val="250C3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1100" u="none" cap="none" strike="noStrike">
                <a:solidFill>
                  <a:srgbClr val="112A5D"/>
                </a:solidFill>
                <a:latin typeface="DM Sans"/>
                <a:ea typeface="DM Sans"/>
                <a:cs typeface="DM Sans"/>
                <a:sym typeface="DM Sans"/>
              </a:rPr>
              <a:t>ERP</a:t>
            </a:r>
            <a:endParaRPr>
              <a:latin typeface="DM Sans"/>
              <a:ea typeface="DM Sans"/>
              <a:cs typeface="DM Sans"/>
              <a:sym typeface="DM Sans"/>
            </a:endParaRPr>
          </a:p>
        </p:txBody>
      </p:sp>
      <p:sp>
        <p:nvSpPr>
          <p:cNvPr id="336" name="Google Shape;336;p20"/>
          <p:cNvSpPr/>
          <p:nvPr/>
        </p:nvSpPr>
        <p:spPr>
          <a:xfrm>
            <a:off x="585954" y="1219814"/>
            <a:ext cx="663900" cy="663900"/>
          </a:xfrm>
          <a:prstGeom prst="roundRect">
            <a:avLst>
              <a:gd fmla="val 16667" name="adj"/>
            </a:avLst>
          </a:prstGeom>
          <a:solidFill>
            <a:srgbClr val="EAF5FF"/>
          </a:solidFill>
          <a:ln cap="flat" cmpd="sng" w="9525">
            <a:solidFill>
              <a:srgbClr val="250C3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1100" u="none" cap="none" strike="noStrike">
                <a:solidFill>
                  <a:srgbClr val="112A5D"/>
                </a:solidFill>
                <a:latin typeface="DM Sans"/>
                <a:ea typeface="DM Sans"/>
                <a:cs typeface="DM Sans"/>
                <a:sym typeface="DM Sans"/>
              </a:rPr>
              <a:t>CRM</a:t>
            </a:r>
            <a:endParaRPr>
              <a:latin typeface="DM Sans"/>
              <a:ea typeface="DM Sans"/>
              <a:cs typeface="DM Sans"/>
              <a:sym typeface="DM Sans"/>
            </a:endParaRPr>
          </a:p>
        </p:txBody>
      </p:sp>
      <p:sp>
        <p:nvSpPr>
          <p:cNvPr id="337" name="Google Shape;337;p20"/>
          <p:cNvSpPr/>
          <p:nvPr/>
        </p:nvSpPr>
        <p:spPr>
          <a:xfrm>
            <a:off x="3990191" y="1297128"/>
            <a:ext cx="951000" cy="289500"/>
          </a:xfrm>
          <a:prstGeom prst="roundRect">
            <a:avLst>
              <a:gd fmla="val 21031" name="adj"/>
            </a:avLst>
          </a:prstGeom>
          <a:solidFill>
            <a:srgbClr val="68F2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800" u="none" cap="none" strike="noStrike">
                <a:solidFill>
                  <a:srgbClr val="250C36"/>
                </a:solidFill>
                <a:latin typeface="DM Sans"/>
                <a:ea typeface="DM Sans"/>
                <a:cs typeface="DM Sans"/>
                <a:sym typeface="DM Sans"/>
              </a:rPr>
              <a:t>PLG</a:t>
            </a:r>
            <a:endParaRPr>
              <a:solidFill>
                <a:srgbClr val="250C36"/>
              </a:solidFill>
              <a:latin typeface="DM Sans"/>
              <a:ea typeface="DM Sans"/>
              <a:cs typeface="DM Sans"/>
              <a:sym typeface="DM Sans"/>
            </a:endParaRPr>
          </a:p>
        </p:txBody>
      </p:sp>
      <p:sp>
        <p:nvSpPr>
          <p:cNvPr id="338" name="Google Shape;338;p20"/>
          <p:cNvSpPr/>
          <p:nvPr/>
        </p:nvSpPr>
        <p:spPr>
          <a:xfrm>
            <a:off x="2553304" y="1293831"/>
            <a:ext cx="951000" cy="289500"/>
          </a:xfrm>
          <a:prstGeom prst="roundRect">
            <a:avLst>
              <a:gd fmla="val 21031" name="adj"/>
            </a:avLst>
          </a:prstGeom>
          <a:solidFill>
            <a:srgbClr val="ADF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800" u="none" cap="none" strike="noStrike">
                <a:solidFill>
                  <a:srgbClr val="112A5D"/>
                </a:solidFill>
                <a:latin typeface="DM Sans"/>
                <a:ea typeface="DM Sans"/>
                <a:cs typeface="DM Sans"/>
                <a:sym typeface="DM Sans"/>
              </a:rPr>
              <a:t>Portal</a:t>
            </a:r>
            <a:endParaRPr i="0" sz="1100" u="none" cap="none" strike="noStrike">
              <a:solidFill>
                <a:srgbClr val="112A5D"/>
              </a:solidFill>
              <a:latin typeface="DM Sans"/>
              <a:ea typeface="DM Sans"/>
              <a:cs typeface="DM Sans"/>
              <a:sym typeface="DM Sans"/>
            </a:endParaRPr>
          </a:p>
        </p:txBody>
      </p:sp>
      <p:sp>
        <p:nvSpPr>
          <p:cNvPr id="339" name="Google Shape;339;p20"/>
          <p:cNvSpPr/>
          <p:nvPr/>
        </p:nvSpPr>
        <p:spPr>
          <a:xfrm flipH="1">
            <a:off x="3035301" y="1823562"/>
            <a:ext cx="178016" cy="530742"/>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0" name="Google Shape;340;p20"/>
          <p:cNvSpPr/>
          <p:nvPr/>
        </p:nvSpPr>
        <p:spPr>
          <a:xfrm>
            <a:off x="4461038" y="1624395"/>
            <a:ext cx="50700" cy="730306"/>
          </a:xfrm>
          <a:custGeom>
            <a:rect b="b" l="l" r="r" t="t"/>
            <a:pathLst>
              <a:path extrusionOk="0" h="214009" w="120000">
                <a:moveTo>
                  <a:pt x="0" y="0"/>
                </a:moveTo>
                <a:lnTo>
                  <a:pt x="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1" name="Google Shape;341;p20"/>
          <p:cNvSpPr/>
          <p:nvPr/>
        </p:nvSpPr>
        <p:spPr>
          <a:xfrm>
            <a:off x="3038704" y="1823562"/>
            <a:ext cx="1340959" cy="530742"/>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2" name="Google Shape;342;p20"/>
          <p:cNvSpPr/>
          <p:nvPr/>
        </p:nvSpPr>
        <p:spPr>
          <a:xfrm rot="10800000">
            <a:off x="3035193" y="1595107"/>
            <a:ext cx="364788" cy="228455"/>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3" name="Google Shape;343;p20"/>
          <p:cNvSpPr/>
          <p:nvPr/>
        </p:nvSpPr>
        <p:spPr>
          <a:xfrm flipH="1">
            <a:off x="4555027" y="1823562"/>
            <a:ext cx="1063720" cy="530742"/>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4" name="Google Shape;344;p20"/>
          <p:cNvSpPr/>
          <p:nvPr/>
        </p:nvSpPr>
        <p:spPr>
          <a:xfrm flipH="1" rot="10800000">
            <a:off x="5593101" y="1595107"/>
            <a:ext cx="264106" cy="228455"/>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5" name="Google Shape;345;p20"/>
          <p:cNvSpPr/>
          <p:nvPr/>
        </p:nvSpPr>
        <p:spPr>
          <a:xfrm>
            <a:off x="5381835" y="1293831"/>
            <a:ext cx="951000" cy="289500"/>
          </a:xfrm>
          <a:prstGeom prst="roundRect">
            <a:avLst>
              <a:gd fmla="val 21031" name="adj"/>
            </a:avLst>
          </a:prstGeom>
          <a:solidFill>
            <a:srgbClr val="23D1A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i="0" lang="en" sz="800" u="none" cap="none" strike="noStrike">
                <a:solidFill>
                  <a:srgbClr val="250C36"/>
                </a:solidFill>
                <a:latin typeface="DM Sans"/>
                <a:ea typeface="DM Sans"/>
                <a:cs typeface="DM Sans"/>
                <a:sym typeface="DM Sans"/>
              </a:rPr>
              <a:t>Consumption</a:t>
            </a:r>
            <a:endParaRPr i="0" sz="1100" u="none" cap="none" strike="noStrike">
              <a:solidFill>
                <a:srgbClr val="250C36"/>
              </a:solidFill>
              <a:latin typeface="DM Sans"/>
              <a:ea typeface="DM Sans"/>
              <a:cs typeface="DM Sans"/>
              <a:sym typeface="DM Sans"/>
            </a:endParaRPr>
          </a:p>
        </p:txBody>
      </p:sp>
      <p:sp>
        <p:nvSpPr>
          <p:cNvPr id="346" name="Google Shape;346;p20"/>
          <p:cNvSpPr txBox="1"/>
          <p:nvPr/>
        </p:nvSpPr>
        <p:spPr>
          <a:xfrm>
            <a:off x="1246125" y="2838720"/>
            <a:ext cx="4155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900" u="none" cap="none" strike="noStrike">
                <a:solidFill>
                  <a:srgbClr val="002060"/>
                </a:solidFill>
                <a:latin typeface="DM Sans"/>
                <a:ea typeface="DM Sans"/>
                <a:cs typeface="DM Sans"/>
                <a:sym typeface="DM Sans"/>
              </a:rPr>
              <a:t>SLG</a:t>
            </a:r>
            <a:endParaRPr>
              <a:solidFill>
                <a:srgbClr val="002060"/>
              </a:solidFill>
              <a:latin typeface="DM Sans"/>
              <a:ea typeface="DM Sans"/>
              <a:cs typeface="DM Sans"/>
              <a:sym typeface="DM Sans"/>
            </a:endParaRPr>
          </a:p>
        </p:txBody>
      </p:sp>
      <p:sp>
        <p:nvSpPr>
          <p:cNvPr id="347" name="Google Shape;347;p20"/>
          <p:cNvSpPr txBox="1"/>
          <p:nvPr/>
        </p:nvSpPr>
        <p:spPr>
          <a:xfrm>
            <a:off x="3493550" y="4535478"/>
            <a:ext cx="1985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1400" u="none" cap="none" strike="noStrike">
                <a:solidFill>
                  <a:srgbClr val="002060"/>
                </a:solidFill>
                <a:latin typeface="DM Sans Medium"/>
                <a:ea typeface="DM Sans Medium"/>
                <a:cs typeface="DM Sans Medium"/>
                <a:sym typeface="DM Sans Medium"/>
              </a:rPr>
              <a:t>Quote-to-Revenue</a:t>
            </a:r>
            <a:endParaRPr>
              <a:solidFill>
                <a:srgbClr val="002060"/>
              </a:solidFill>
              <a:latin typeface="DM Sans Medium"/>
              <a:ea typeface="DM Sans Medium"/>
              <a:cs typeface="DM Sans Medium"/>
              <a:sym typeface="DM Sans Medium"/>
            </a:endParaRPr>
          </a:p>
        </p:txBody>
      </p:sp>
      <p:sp>
        <p:nvSpPr>
          <p:cNvPr id="348" name="Google Shape;348;p20"/>
          <p:cNvSpPr/>
          <p:nvPr/>
        </p:nvSpPr>
        <p:spPr>
          <a:xfrm flipH="1" rot="-5400000">
            <a:off x="1154616" y="2157543"/>
            <a:ext cx="637794" cy="1185926"/>
          </a:xfrm>
          <a:custGeom>
            <a:rect b="b" l="l" r="r" t="t"/>
            <a:pathLst>
              <a:path extrusionOk="0" h="736600" w="2057400">
                <a:moveTo>
                  <a:pt x="0" y="0"/>
                </a:moveTo>
                <a:lnTo>
                  <a:pt x="2057400" y="0"/>
                </a:lnTo>
                <a:lnTo>
                  <a:pt x="2057400" y="736600"/>
                </a:lnTo>
              </a:path>
            </a:pathLst>
          </a:custGeom>
          <a:noFill/>
          <a:ln cap="flat" cmpd="sng" w="9525">
            <a:solidFill>
              <a:srgbClr val="002060"/>
            </a:solidFill>
            <a:prstDash val="solid"/>
            <a:round/>
            <a:headEnd len="med" w="med" type="stealth"/>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49" name="Google Shape;349;p20"/>
          <p:cNvSpPr/>
          <p:nvPr/>
        </p:nvSpPr>
        <p:spPr>
          <a:xfrm rot="5400000">
            <a:off x="7173398" y="2134957"/>
            <a:ext cx="632651" cy="1244854"/>
          </a:xfrm>
          <a:custGeom>
            <a:rect b="b" l="l" r="r" t="t"/>
            <a:pathLst>
              <a:path extrusionOk="0" h="736600" w="2057400">
                <a:moveTo>
                  <a:pt x="0" y="0"/>
                </a:moveTo>
                <a:lnTo>
                  <a:pt x="2057400" y="0"/>
                </a:lnTo>
                <a:lnTo>
                  <a:pt x="2057400" y="736600"/>
                </a:lnTo>
              </a:path>
            </a:pathLst>
          </a:custGeom>
          <a:noFill/>
          <a:ln cap="flat" cmpd="sng" w="9525">
            <a:solidFill>
              <a:srgbClr val="002060"/>
            </a:solidFill>
            <a:prstDash val="solid"/>
            <a:round/>
            <a:headEnd len="med" w="med" type="stealth"/>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50" name="Google Shape;350;p20"/>
          <p:cNvSpPr/>
          <p:nvPr/>
        </p:nvSpPr>
        <p:spPr>
          <a:xfrm>
            <a:off x="2423202" y="3717123"/>
            <a:ext cx="4084800" cy="270300"/>
          </a:xfrm>
          <a:prstGeom prst="roundRect">
            <a:avLst>
              <a:gd fmla="val 25491" name="adj"/>
            </a:avLst>
          </a:prstGeom>
          <a:noFill/>
          <a:ln cap="flat" cmpd="sng" w="9525">
            <a:solidFill>
              <a:srgbClr val="250C3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 sz="900">
                <a:solidFill>
                  <a:srgbClr val="002060"/>
                </a:solidFill>
                <a:latin typeface="DM Sans"/>
                <a:ea typeface="DM Sans"/>
                <a:cs typeface="DM Sans"/>
                <a:sym typeface="DM Sans"/>
              </a:rPr>
              <a:t>Unified </a:t>
            </a:r>
            <a:r>
              <a:rPr i="0" lang="en" sz="900" u="none" cap="none" strike="noStrike">
                <a:solidFill>
                  <a:srgbClr val="002060"/>
                </a:solidFill>
                <a:latin typeface="DM Sans"/>
                <a:ea typeface="DM Sans"/>
                <a:cs typeface="DM Sans"/>
                <a:sym typeface="DM Sans"/>
              </a:rPr>
              <a:t>Product Catalog &amp; Pricing Engine</a:t>
            </a:r>
            <a:endParaRPr>
              <a:solidFill>
                <a:srgbClr val="002060"/>
              </a:solidFill>
              <a:latin typeface="DM Sans"/>
              <a:ea typeface="DM Sans"/>
              <a:cs typeface="DM Sans"/>
              <a:sym typeface="DM Sans"/>
            </a:endParaRPr>
          </a:p>
        </p:txBody>
      </p:sp>
      <p:cxnSp>
        <p:nvCxnSpPr>
          <p:cNvPr id="351" name="Google Shape;351;p20"/>
          <p:cNvCxnSpPr/>
          <p:nvPr/>
        </p:nvCxnSpPr>
        <p:spPr>
          <a:xfrm>
            <a:off x="2944350" y="3356668"/>
            <a:ext cx="0" cy="289500"/>
          </a:xfrm>
          <a:prstGeom prst="straightConnector1">
            <a:avLst/>
          </a:prstGeom>
          <a:noFill/>
          <a:ln cap="flat" cmpd="sng" w="9525">
            <a:solidFill>
              <a:srgbClr val="002060"/>
            </a:solidFill>
            <a:prstDash val="solid"/>
            <a:round/>
            <a:headEnd len="med" w="med" type="stealth"/>
            <a:tailEnd len="med" w="med" type="stealth"/>
          </a:ln>
        </p:spPr>
      </p:cxnSp>
      <p:cxnSp>
        <p:nvCxnSpPr>
          <p:cNvPr id="352" name="Google Shape;352;p20"/>
          <p:cNvCxnSpPr/>
          <p:nvPr/>
        </p:nvCxnSpPr>
        <p:spPr>
          <a:xfrm>
            <a:off x="4451149" y="3356668"/>
            <a:ext cx="0" cy="289500"/>
          </a:xfrm>
          <a:prstGeom prst="straightConnector1">
            <a:avLst/>
          </a:prstGeom>
          <a:noFill/>
          <a:ln cap="flat" cmpd="sng" w="9525">
            <a:solidFill>
              <a:srgbClr val="002060"/>
            </a:solidFill>
            <a:prstDash val="solid"/>
            <a:round/>
            <a:headEnd len="med" w="med" type="stealth"/>
            <a:tailEnd len="med" w="med" type="stealth"/>
          </a:ln>
        </p:spPr>
      </p:cxnSp>
      <p:cxnSp>
        <p:nvCxnSpPr>
          <p:cNvPr id="353" name="Google Shape;353;p20"/>
          <p:cNvCxnSpPr/>
          <p:nvPr/>
        </p:nvCxnSpPr>
        <p:spPr>
          <a:xfrm>
            <a:off x="5955300" y="3356668"/>
            <a:ext cx="0" cy="289500"/>
          </a:xfrm>
          <a:prstGeom prst="straightConnector1">
            <a:avLst/>
          </a:prstGeom>
          <a:noFill/>
          <a:ln cap="flat" cmpd="sng" w="9525">
            <a:solidFill>
              <a:srgbClr val="002060"/>
            </a:solidFill>
            <a:prstDash val="solid"/>
            <a:round/>
            <a:headEnd len="med" w="med" type="stealth"/>
            <a:tailEnd len="med" w="med" type="stealth"/>
          </a:ln>
        </p:spPr>
      </p:cxnSp>
      <p:cxnSp>
        <p:nvCxnSpPr>
          <p:cNvPr id="354" name="Google Shape;354;p20"/>
          <p:cNvCxnSpPr/>
          <p:nvPr/>
        </p:nvCxnSpPr>
        <p:spPr>
          <a:xfrm>
            <a:off x="3382219" y="2949308"/>
            <a:ext cx="484800" cy="0"/>
          </a:xfrm>
          <a:prstGeom prst="straightConnector1">
            <a:avLst/>
          </a:prstGeom>
          <a:noFill/>
          <a:ln cap="flat" cmpd="sng" w="9525">
            <a:solidFill>
              <a:srgbClr val="002060"/>
            </a:solidFill>
            <a:prstDash val="solid"/>
            <a:round/>
            <a:headEnd len="med" w="med" type="stealth"/>
            <a:tailEnd len="med" w="med" type="stealth"/>
          </a:ln>
        </p:spPr>
      </p:cxnSp>
      <p:pic>
        <p:nvPicPr>
          <p:cNvPr id="355" name="Google Shape;355;p20"/>
          <p:cNvPicPr preferRelativeResize="0"/>
          <p:nvPr/>
        </p:nvPicPr>
        <p:blipFill>
          <a:blip r:embed="rId3">
            <a:alphaModFix/>
          </a:blip>
          <a:stretch>
            <a:fillRect/>
          </a:stretch>
        </p:blipFill>
        <p:spPr>
          <a:xfrm>
            <a:off x="659283" y="1976622"/>
            <a:ext cx="517251" cy="362069"/>
          </a:xfrm>
          <a:prstGeom prst="rect">
            <a:avLst/>
          </a:prstGeom>
          <a:noFill/>
          <a:ln>
            <a:noFill/>
          </a:ln>
        </p:spPr>
      </p:pic>
      <p:pic>
        <p:nvPicPr>
          <p:cNvPr id="356" name="Google Shape;356;p20"/>
          <p:cNvPicPr preferRelativeResize="0"/>
          <p:nvPr/>
        </p:nvPicPr>
        <p:blipFill>
          <a:blip r:embed="rId4">
            <a:alphaModFix/>
          </a:blip>
          <a:stretch>
            <a:fillRect/>
          </a:stretch>
        </p:blipFill>
        <p:spPr>
          <a:xfrm>
            <a:off x="7673875" y="1911160"/>
            <a:ext cx="876452" cy="492998"/>
          </a:xfrm>
          <a:prstGeom prst="rect">
            <a:avLst/>
          </a:prstGeom>
          <a:noFill/>
          <a:ln>
            <a:noFill/>
          </a:ln>
        </p:spPr>
      </p:pic>
      <p:sp>
        <p:nvSpPr>
          <p:cNvPr id="357" name="Google Shape;357;p20"/>
          <p:cNvSpPr txBox="1"/>
          <p:nvPr/>
        </p:nvSpPr>
        <p:spPr>
          <a:xfrm>
            <a:off x="0" y="4816851"/>
            <a:ext cx="9144000" cy="3621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Use this layout for Q2R projects</a:t>
            </a:r>
            <a:endParaRPr>
              <a:solidFill>
                <a:srgbClr val="FF0000"/>
              </a:solidFill>
              <a:latin typeface="DM Sans"/>
              <a:ea typeface="DM Sans"/>
              <a:cs typeface="DM Sans"/>
              <a:sym typeface="DM Sans"/>
            </a:endParaRPr>
          </a:p>
        </p:txBody>
      </p:sp>
      <p:sp>
        <p:nvSpPr>
          <p:cNvPr id="358" name="Google Shape;358;p20"/>
          <p:cNvSpPr/>
          <p:nvPr/>
        </p:nvSpPr>
        <p:spPr>
          <a:xfrm>
            <a:off x="4009563" y="2620299"/>
            <a:ext cx="910200" cy="663900"/>
          </a:xfrm>
          <a:prstGeom prst="roundRect">
            <a:avLst>
              <a:gd fmla="val 16667" name="adj"/>
            </a:avLst>
          </a:prstGeom>
          <a:solidFill>
            <a:srgbClr val="D8E6F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59" name="Google Shape;359;p20" title="dealhub dark logo.png"/>
          <p:cNvPicPr preferRelativeResize="0"/>
          <p:nvPr/>
        </p:nvPicPr>
        <p:blipFill>
          <a:blip r:embed="rId5">
            <a:alphaModFix/>
          </a:blip>
          <a:stretch>
            <a:fillRect/>
          </a:stretch>
        </p:blipFill>
        <p:spPr>
          <a:xfrm>
            <a:off x="4205237" y="4125450"/>
            <a:ext cx="477000" cy="94203"/>
          </a:xfrm>
          <a:prstGeom prst="rect">
            <a:avLst/>
          </a:prstGeom>
          <a:noFill/>
          <a:ln>
            <a:noFill/>
          </a:ln>
        </p:spPr>
      </p:pic>
      <p:pic>
        <p:nvPicPr>
          <p:cNvPr id="360" name="Google Shape;360;p20" title="DH Icon_Billing 1.png"/>
          <p:cNvPicPr preferRelativeResize="0"/>
          <p:nvPr/>
        </p:nvPicPr>
        <p:blipFill>
          <a:blip r:embed="rId6">
            <a:alphaModFix/>
          </a:blip>
          <a:stretch>
            <a:fillRect/>
          </a:stretch>
        </p:blipFill>
        <p:spPr>
          <a:xfrm>
            <a:off x="5888337" y="2662148"/>
            <a:ext cx="264100" cy="262851"/>
          </a:xfrm>
          <a:prstGeom prst="rect">
            <a:avLst/>
          </a:prstGeom>
          <a:noFill/>
          <a:ln>
            <a:noFill/>
          </a:ln>
        </p:spPr>
      </p:pic>
      <p:sp>
        <p:nvSpPr>
          <p:cNvPr id="361" name="Google Shape;361;p20"/>
          <p:cNvSpPr txBox="1"/>
          <p:nvPr/>
        </p:nvSpPr>
        <p:spPr>
          <a:xfrm>
            <a:off x="5592975" y="2877700"/>
            <a:ext cx="910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900" u="none" cap="none" strike="noStrike">
                <a:solidFill>
                  <a:srgbClr val="002060"/>
                </a:solidFill>
                <a:latin typeface="DM Sans"/>
                <a:ea typeface="DM Sans"/>
                <a:cs typeface="DM Sans"/>
                <a:sym typeface="DM Sans"/>
              </a:rPr>
              <a:t>Billing &amp;</a:t>
            </a:r>
            <a:r>
              <a:rPr lang="en" sz="900">
                <a:solidFill>
                  <a:srgbClr val="002060"/>
                </a:solidFill>
                <a:latin typeface="DM Sans"/>
                <a:ea typeface="DM Sans"/>
                <a:cs typeface="DM Sans"/>
                <a:sym typeface="DM Sans"/>
              </a:rPr>
              <a:t> </a:t>
            </a:r>
            <a:r>
              <a:rPr i="0" lang="en" sz="900" u="none" cap="none" strike="noStrike">
                <a:solidFill>
                  <a:srgbClr val="002060"/>
                </a:solidFill>
                <a:latin typeface="DM Sans"/>
                <a:ea typeface="DM Sans"/>
                <a:cs typeface="DM Sans"/>
                <a:sym typeface="DM Sans"/>
              </a:rPr>
              <a:t>Revenue</a:t>
            </a:r>
            <a:endParaRPr sz="900">
              <a:solidFill>
                <a:srgbClr val="002060"/>
              </a:solidFill>
              <a:latin typeface="DM Sans"/>
              <a:ea typeface="DM Sans"/>
              <a:cs typeface="DM Sans"/>
              <a:sym typeface="DM Sans"/>
            </a:endParaRPr>
          </a:p>
        </p:txBody>
      </p:sp>
      <p:sp>
        <p:nvSpPr>
          <p:cNvPr id="362" name="Google Shape;362;p20"/>
          <p:cNvSpPr txBox="1"/>
          <p:nvPr/>
        </p:nvSpPr>
        <p:spPr>
          <a:xfrm>
            <a:off x="3974732" y="3011575"/>
            <a:ext cx="9510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 sz="900">
                <a:solidFill>
                  <a:srgbClr val="002060"/>
                </a:solidFill>
                <a:latin typeface="DM Sans"/>
                <a:ea typeface="DM Sans"/>
                <a:cs typeface="DM Sans"/>
                <a:sym typeface="DM Sans"/>
              </a:rPr>
              <a:t>Subscriptions</a:t>
            </a:r>
            <a:endParaRPr sz="900">
              <a:solidFill>
                <a:srgbClr val="002060"/>
              </a:solidFill>
              <a:latin typeface="DM Sans"/>
              <a:ea typeface="DM Sans"/>
              <a:cs typeface="DM Sans"/>
              <a:sym typeface="DM Sans"/>
            </a:endParaRPr>
          </a:p>
        </p:txBody>
      </p:sp>
      <p:sp>
        <p:nvSpPr>
          <p:cNvPr id="363" name="Google Shape;363;p20"/>
          <p:cNvSpPr txBox="1"/>
          <p:nvPr/>
        </p:nvSpPr>
        <p:spPr>
          <a:xfrm>
            <a:off x="2417008" y="3007825"/>
            <a:ext cx="9102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 sz="900">
                <a:solidFill>
                  <a:srgbClr val="002060"/>
                </a:solidFill>
                <a:latin typeface="DM Sans"/>
                <a:ea typeface="DM Sans"/>
                <a:cs typeface="DM Sans"/>
                <a:sym typeface="DM Sans"/>
              </a:rPr>
              <a:t>Quote</a:t>
            </a:r>
            <a:endParaRPr sz="900">
              <a:solidFill>
                <a:srgbClr val="002060"/>
              </a:solidFill>
              <a:latin typeface="DM Sans"/>
              <a:ea typeface="DM Sans"/>
              <a:cs typeface="DM Sans"/>
              <a:sym typeface="DM Sans"/>
            </a:endParaRPr>
          </a:p>
        </p:txBody>
      </p:sp>
      <p:cxnSp>
        <p:nvCxnSpPr>
          <p:cNvPr id="364" name="Google Shape;364;p20"/>
          <p:cNvCxnSpPr/>
          <p:nvPr/>
        </p:nvCxnSpPr>
        <p:spPr>
          <a:xfrm>
            <a:off x="4993181" y="2949308"/>
            <a:ext cx="484800" cy="0"/>
          </a:xfrm>
          <a:prstGeom prst="straightConnector1">
            <a:avLst/>
          </a:prstGeom>
          <a:noFill/>
          <a:ln cap="flat" cmpd="sng" w="9525">
            <a:solidFill>
              <a:srgbClr val="002060"/>
            </a:solidFill>
            <a:prstDash val="solid"/>
            <a:round/>
            <a:headEnd len="med" w="med" type="stealth"/>
            <a:tailEnd len="med" w="med" type="stealth"/>
          </a:ln>
        </p:spPr>
      </p:cxnSp>
      <p:pic>
        <p:nvPicPr>
          <p:cNvPr id="365" name="Google Shape;365;p20" title="Subscription Management.png"/>
          <p:cNvPicPr preferRelativeResize="0"/>
          <p:nvPr/>
        </p:nvPicPr>
        <p:blipFill>
          <a:blip r:embed="rId7">
            <a:alphaModFix/>
          </a:blip>
          <a:stretch>
            <a:fillRect/>
          </a:stretch>
        </p:blipFill>
        <p:spPr>
          <a:xfrm>
            <a:off x="4330347" y="2757730"/>
            <a:ext cx="212850" cy="172650"/>
          </a:xfrm>
          <a:prstGeom prst="rect">
            <a:avLst/>
          </a:prstGeom>
          <a:noFill/>
          <a:ln>
            <a:noFill/>
          </a:ln>
        </p:spPr>
      </p:pic>
      <p:pic>
        <p:nvPicPr>
          <p:cNvPr id="366" name="Google Shape;366;p20" title="Contract Management.png"/>
          <p:cNvPicPr preferRelativeResize="0"/>
          <p:nvPr/>
        </p:nvPicPr>
        <p:blipFill>
          <a:blip r:embed="rId8">
            <a:alphaModFix/>
          </a:blip>
          <a:stretch>
            <a:fillRect/>
          </a:stretch>
        </p:blipFill>
        <p:spPr>
          <a:xfrm>
            <a:off x="2764365" y="2737430"/>
            <a:ext cx="178025" cy="215225"/>
          </a:xfrm>
          <a:prstGeom prst="rect">
            <a:avLst/>
          </a:prstGeom>
          <a:noFill/>
          <a:ln>
            <a:noFill/>
          </a:ln>
        </p:spPr>
      </p:pic>
      <p:sp>
        <p:nvSpPr>
          <p:cNvPr id="367" name="Google Shape;367;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1"/>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t>Your High Level Solution</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373" name="Google Shape;373;p21"/>
          <p:cNvSpPr/>
          <p:nvPr/>
        </p:nvSpPr>
        <p:spPr>
          <a:xfrm>
            <a:off x="7449457" y="1433534"/>
            <a:ext cx="663900" cy="663900"/>
          </a:xfrm>
          <a:prstGeom prst="roundRect">
            <a:avLst>
              <a:gd fmla="val 16667" name="adj"/>
            </a:avLst>
          </a:prstGeom>
          <a:solidFill>
            <a:srgbClr val="EAF5FF"/>
          </a:solidFill>
          <a:ln cap="flat" cmpd="sng" w="9525">
            <a:solidFill>
              <a:srgbClr val="250C3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100" u="none" cap="none" strike="noStrike">
                <a:solidFill>
                  <a:srgbClr val="112A5D"/>
                </a:solidFill>
                <a:latin typeface="Arial"/>
                <a:ea typeface="Arial"/>
                <a:cs typeface="Arial"/>
                <a:sym typeface="Arial"/>
              </a:rPr>
              <a:t>ERP</a:t>
            </a:r>
            <a:endParaRPr/>
          </a:p>
        </p:txBody>
      </p:sp>
      <p:sp>
        <p:nvSpPr>
          <p:cNvPr id="374" name="Google Shape;374;p21"/>
          <p:cNvSpPr/>
          <p:nvPr/>
        </p:nvSpPr>
        <p:spPr>
          <a:xfrm>
            <a:off x="955679" y="1428940"/>
            <a:ext cx="663900" cy="663900"/>
          </a:xfrm>
          <a:prstGeom prst="roundRect">
            <a:avLst>
              <a:gd fmla="val 16667" name="adj"/>
            </a:avLst>
          </a:prstGeom>
          <a:solidFill>
            <a:srgbClr val="EAF5FF"/>
          </a:solidFill>
          <a:ln cap="flat" cmpd="sng" w="9525">
            <a:solidFill>
              <a:srgbClr val="250C3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1100" u="none" cap="none" strike="noStrike">
                <a:solidFill>
                  <a:srgbClr val="112A5D"/>
                </a:solidFill>
                <a:latin typeface="Arial"/>
                <a:ea typeface="Arial"/>
                <a:cs typeface="Arial"/>
                <a:sym typeface="Arial"/>
              </a:rPr>
              <a:t>CRM</a:t>
            </a:r>
            <a:endParaRPr/>
          </a:p>
        </p:txBody>
      </p:sp>
      <p:sp>
        <p:nvSpPr>
          <p:cNvPr id="375" name="Google Shape;375;p21"/>
          <p:cNvSpPr/>
          <p:nvPr/>
        </p:nvSpPr>
        <p:spPr>
          <a:xfrm>
            <a:off x="3990191" y="1781633"/>
            <a:ext cx="951000" cy="289500"/>
          </a:xfrm>
          <a:prstGeom prst="roundRect">
            <a:avLst>
              <a:gd fmla="val 21031" name="adj"/>
            </a:avLst>
          </a:prstGeom>
          <a:solidFill>
            <a:srgbClr val="68F2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800" u="none" cap="none" strike="noStrike">
                <a:solidFill>
                  <a:srgbClr val="250C36"/>
                </a:solidFill>
                <a:latin typeface="Arial"/>
                <a:ea typeface="Arial"/>
                <a:cs typeface="Arial"/>
                <a:sym typeface="Arial"/>
              </a:rPr>
              <a:t>PLG</a:t>
            </a:r>
            <a:endParaRPr>
              <a:solidFill>
                <a:srgbClr val="250C36"/>
              </a:solidFill>
            </a:endParaRPr>
          </a:p>
        </p:txBody>
      </p:sp>
      <p:sp>
        <p:nvSpPr>
          <p:cNvPr id="376" name="Google Shape;376;p21"/>
          <p:cNvSpPr/>
          <p:nvPr/>
        </p:nvSpPr>
        <p:spPr>
          <a:xfrm>
            <a:off x="2553304" y="1778336"/>
            <a:ext cx="951000" cy="289500"/>
          </a:xfrm>
          <a:prstGeom prst="roundRect">
            <a:avLst>
              <a:gd fmla="val 21031" name="adj"/>
            </a:avLst>
          </a:prstGeom>
          <a:solidFill>
            <a:srgbClr val="ADF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800" u="none" cap="none" strike="noStrike">
                <a:solidFill>
                  <a:srgbClr val="112A5D"/>
                </a:solidFill>
                <a:latin typeface="Arial"/>
                <a:ea typeface="Arial"/>
                <a:cs typeface="Arial"/>
                <a:sym typeface="Arial"/>
              </a:rPr>
              <a:t>Portal</a:t>
            </a:r>
            <a:endParaRPr b="0" i="0" sz="1100" u="none" cap="none" strike="noStrike">
              <a:solidFill>
                <a:srgbClr val="112A5D"/>
              </a:solidFill>
              <a:latin typeface="Arial"/>
              <a:ea typeface="Arial"/>
              <a:cs typeface="Arial"/>
              <a:sym typeface="Arial"/>
            </a:endParaRPr>
          </a:p>
        </p:txBody>
      </p:sp>
      <p:sp>
        <p:nvSpPr>
          <p:cNvPr id="377" name="Google Shape;377;p21"/>
          <p:cNvSpPr/>
          <p:nvPr/>
        </p:nvSpPr>
        <p:spPr>
          <a:xfrm>
            <a:off x="4461038" y="2108900"/>
            <a:ext cx="50700" cy="730306"/>
          </a:xfrm>
          <a:custGeom>
            <a:rect b="b" l="l" r="r" t="t"/>
            <a:pathLst>
              <a:path extrusionOk="0" h="214009" w="120000">
                <a:moveTo>
                  <a:pt x="0" y="0"/>
                </a:moveTo>
                <a:lnTo>
                  <a:pt x="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8" name="Google Shape;378;p21"/>
          <p:cNvSpPr/>
          <p:nvPr/>
        </p:nvSpPr>
        <p:spPr>
          <a:xfrm>
            <a:off x="3038704" y="2308067"/>
            <a:ext cx="1340959" cy="530742"/>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9" name="Google Shape;379;p21"/>
          <p:cNvSpPr/>
          <p:nvPr/>
        </p:nvSpPr>
        <p:spPr>
          <a:xfrm rot="10800000">
            <a:off x="3035193" y="2079612"/>
            <a:ext cx="364788" cy="228455"/>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80" name="Google Shape;380;p21"/>
          <p:cNvSpPr/>
          <p:nvPr/>
        </p:nvSpPr>
        <p:spPr>
          <a:xfrm flipH="1">
            <a:off x="4555027" y="2308067"/>
            <a:ext cx="1063720" cy="530742"/>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81" name="Google Shape;381;p21"/>
          <p:cNvSpPr/>
          <p:nvPr/>
        </p:nvSpPr>
        <p:spPr>
          <a:xfrm flipH="1" rot="10800000">
            <a:off x="5593101" y="2079612"/>
            <a:ext cx="264106" cy="228455"/>
          </a:xfrm>
          <a:custGeom>
            <a:rect b="b" l="l" r="r" t="t"/>
            <a:pathLst>
              <a:path extrusionOk="0" h="214009" w="583660">
                <a:moveTo>
                  <a:pt x="0" y="0"/>
                </a:moveTo>
                <a:lnTo>
                  <a:pt x="583660" y="0"/>
                </a:lnTo>
                <a:lnTo>
                  <a:pt x="583660" y="214009"/>
                </a:lnTo>
              </a:path>
            </a:pathLst>
          </a:custGeom>
          <a:noFill/>
          <a:ln cap="flat" cmpd="sng" w="95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82" name="Google Shape;382;p21"/>
          <p:cNvSpPr/>
          <p:nvPr/>
        </p:nvSpPr>
        <p:spPr>
          <a:xfrm>
            <a:off x="5381835" y="1778336"/>
            <a:ext cx="951000" cy="289500"/>
          </a:xfrm>
          <a:prstGeom prst="roundRect">
            <a:avLst>
              <a:gd fmla="val 21031" name="adj"/>
            </a:avLst>
          </a:prstGeom>
          <a:solidFill>
            <a:srgbClr val="23D1A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 sz="800" u="none" cap="none" strike="noStrike">
                <a:solidFill>
                  <a:srgbClr val="250C36"/>
                </a:solidFill>
                <a:latin typeface="Arial"/>
                <a:ea typeface="Arial"/>
                <a:cs typeface="Arial"/>
                <a:sym typeface="Arial"/>
              </a:rPr>
              <a:t>Consumption</a:t>
            </a:r>
            <a:endParaRPr b="0" i="0" sz="1100" u="none" cap="none" strike="noStrike">
              <a:solidFill>
                <a:srgbClr val="250C36"/>
              </a:solidFill>
              <a:latin typeface="Arial"/>
              <a:ea typeface="Arial"/>
              <a:cs typeface="Arial"/>
              <a:sym typeface="Arial"/>
            </a:endParaRPr>
          </a:p>
        </p:txBody>
      </p:sp>
      <p:sp>
        <p:nvSpPr>
          <p:cNvPr id="383" name="Google Shape;383;p21"/>
          <p:cNvSpPr txBox="1"/>
          <p:nvPr/>
        </p:nvSpPr>
        <p:spPr>
          <a:xfrm>
            <a:off x="1615850" y="3047846"/>
            <a:ext cx="4155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900" u="none" cap="none" strike="noStrike">
                <a:solidFill>
                  <a:srgbClr val="002060"/>
                </a:solidFill>
                <a:latin typeface="DM Sans"/>
                <a:ea typeface="DM Sans"/>
                <a:cs typeface="DM Sans"/>
                <a:sym typeface="DM Sans"/>
              </a:rPr>
              <a:t>SLG</a:t>
            </a:r>
            <a:endParaRPr>
              <a:solidFill>
                <a:srgbClr val="002060"/>
              </a:solidFill>
              <a:latin typeface="DM Sans"/>
              <a:ea typeface="DM Sans"/>
              <a:cs typeface="DM Sans"/>
              <a:sym typeface="DM Sans"/>
            </a:endParaRPr>
          </a:p>
        </p:txBody>
      </p:sp>
      <p:sp>
        <p:nvSpPr>
          <p:cNvPr id="384" name="Google Shape;384;p21"/>
          <p:cNvSpPr/>
          <p:nvPr/>
        </p:nvSpPr>
        <p:spPr>
          <a:xfrm flipH="1" rot="-5400000">
            <a:off x="1524341" y="2366670"/>
            <a:ext cx="637794" cy="1185926"/>
          </a:xfrm>
          <a:custGeom>
            <a:rect b="b" l="l" r="r" t="t"/>
            <a:pathLst>
              <a:path extrusionOk="0" h="736600" w="2057400">
                <a:moveTo>
                  <a:pt x="0" y="0"/>
                </a:moveTo>
                <a:lnTo>
                  <a:pt x="2057400" y="0"/>
                </a:lnTo>
                <a:lnTo>
                  <a:pt x="2057400" y="736600"/>
                </a:lnTo>
              </a:path>
            </a:pathLst>
          </a:custGeom>
          <a:noFill/>
          <a:ln cap="flat" cmpd="sng" w="9525">
            <a:solidFill>
              <a:srgbClr val="002060"/>
            </a:solidFill>
            <a:prstDash val="solid"/>
            <a:round/>
            <a:headEnd len="med" w="med" type="stealth"/>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85" name="Google Shape;385;p21"/>
          <p:cNvSpPr/>
          <p:nvPr/>
        </p:nvSpPr>
        <p:spPr>
          <a:xfrm rot="5400000">
            <a:off x="6842698" y="2336719"/>
            <a:ext cx="632651" cy="1244854"/>
          </a:xfrm>
          <a:custGeom>
            <a:rect b="b" l="l" r="r" t="t"/>
            <a:pathLst>
              <a:path extrusionOk="0" h="736600" w="2057400">
                <a:moveTo>
                  <a:pt x="0" y="0"/>
                </a:moveTo>
                <a:lnTo>
                  <a:pt x="2057400" y="0"/>
                </a:lnTo>
                <a:lnTo>
                  <a:pt x="2057400" y="736600"/>
                </a:lnTo>
              </a:path>
            </a:pathLst>
          </a:custGeom>
          <a:noFill/>
          <a:ln cap="flat" cmpd="sng" w="9525">
            <a:solidFill>
              <a:srgbClr val="002060"/>
            </a:solidFill>
            <a:prstDash val="solid"/>
            <a:round/>
            <a:headEnd len="med" w="med" type="stealth"/>
            <a:tailEnd len="med" w="med" type="stealth"/>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86" name="Google Shape;386;p21"/>
          <p:cNvSpPr txBox="1"/>
          <p:nvPr/>
        </p:nvSpPr>
        <p:spPr>
          <a:xfrm>
            <a:off x="3862049" y="3585948"/>
            <a:ext cx="12522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1000" u="none" cap="none" strike="noStrike">
                <a:solidFill>
                  <a:srgbClr val="002060"/>
                </a:solidFill>
                <a:latin typeface="DM Sans"/>
                <a:ea typeface="DM Sans"/>
                <a:cs typeface="DM Sans"/>
                <a:sym typeface="DM Sans"/>
              </a:rPr>
              <a:t>Subscriptions</a:t>
            </a:r>
            <a:endParaRPr>
              <a:solidFill>
                <a:srgbClr val="002060"/>
              </a:solidFill>
              <a:latin typeface="DM Sans"/>
              <a:ea typeface="DM Sans"/>
              <a:cs typeface="DM Sans"/>
              <a:sym typeface="DM Sans"/>
            </a:endParaRPr>
          </a:p>
        </p:txBody>
      </p:sp>
      <p:sp>
        <p:nvSpPr>
          <p:cNvPr id="387" name="Google Shape;387;p21"/>
          <p:cNvSpPr txBox="1"/>
          <p:nvPr/>
        </p:nvSpPr>
        <p:spPr>
          <a:xfrm>
            <a:off x="5332895" y="3585937"/>
            <a:ext cx="14523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1000" u="none" cap="none" strike="noStrike">
                <a:solidFill>
                  <a:srgbClr val="002060"/>
                </a:solidFill>
                <a:latin typeface="DM Sans"/>
                <a:ea typeface="DM Sans"/>
                <a:cs typeface="DM Sans"/>
                <a:sym typeface="DM Sans"/>
              </a:rPr>
              <a:t>Billing &amp; Revenue</a:t>
            </a:r>
            <a:endParaRPr>
              <a:solidFill>
                <a:srgbClr val="002060"/>
              </a:solidFill>
              <a:latin typeface="DM Sans"/>
              <a:ea typeface="DM Sans"/>
              <a:cs typeface="DM Sans"/>
              <a:sym typeface="DM Sans"/>
            </a:endParaRPr>
          </a:p>
        </p:txBody>
      </p:sp>
      <p:sp>
        <p:nvSpPr>
          <p:cNvPr id="388" name="Google Shape;388;p21"/>
          <p:cNvSpPr/>
          <p:nvPr/>
        </p:nvSpPr>
        <p:spPr>
          <a:xfrm>
            <a:off x="5768259" y="2930773"/>
            <a:ext cx="581400" cy="640500"/>
          </a:xfrm>
          <a:prstGeom prst="roundRect">
            <a:avLst>
              <a:gd fmla="val 16667" name="adj"/>
            </a:avLst>
          </a:prstGeom>
          <a:solidFill>
            <a:srgbClr val="3B7F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89" name="Google Shape;389;p21"/>
          <p:cNvCxnSpPr/>
          <p:nvPr/>
        </p:nvCxnSpPr>
        <p:spPr>
          <a:xfrm>
            <a:off x="4892566" y="3271118"/>
            <a:ext cx="760200" cy="0"/>
          </a:xfrm>
          <a:prstGeom prst="straightConnector1">
            <a:avLst/>
          </a:prstGeom>
          <a:noFill/>
          <a:ln cap="flat" cmpd="sng" w="9525">
            <a:solidFill>
              <a:srgbClr val="002060"/>
            </a:solidFill>
            <a:prstDash val="solid"/>
            <a:round/>
            <a:headEnd len="med" w="med" type="stealth"/>
            <a:tailEnd len="med" w="med" type="stealth"/>
          </a:ln>
        </p:spPr>
      </p:cxnSp>
      <p:sp>
        <p:nvSpPr>
          <p:cNvPr id="390" name="Google Shape;390;p21"/>
          <p:cNvSpPr/>
          <p:nvPr/>
        </p:nvSpPr>
        <p:spPr>
          <a:xfrm>
            <a:off x="4195697" y="2930773"/>
            <a:ext cx="581400" cy="640500"/>
          </a:xfrm>
          <a:prstGeom prst="roundRect">
            <a:avLst>
              <a:gd fmla="val 16667" name="adj"/>
            </a:avLst>
          </a:prstGeom>
          <a:solidFill>
            <a:srgbClr val="8CB5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91" name="Google Shape;391;p21"/>
          <p:cNvCxnSpPr/>
          <p:nvPr/>
        </p:nvCxnSpPr>
        <p:spPr>
          <a:xfrm>
            <a:off x="3307753" y="3271118"/>
            <a:ext cx="760200" cy="0"/>
          </a:xfrm>
          <a:prstGeom prst="straightConnector1">
            <a:avLst/>
          </a:prstGeom>
          <a:noFill/>
          <a:ln cap="flat" cmpd="sng" w="9525">
            <a:solidFill>
              <a:srgbClr val="002060"/>
            </a:solidFill>
            <a:prstDash val="solid"/>
            <a:round/>
            <a:headEnd len="med" w="med" type="stealth"/>
            <a:tailEnd len="med" w="med" type="stealth"/>
          </a:ln>
        </p:spPr>
      </p:cxnSp>
      <p:sp>
        <p:nvSpPr>
          <p:cNvPr id="392" name="Google Shape;392;p21"/>
          <p:cNvSpPr/>
          <p:nvPr/>
        </p:nvSpPr>
        <p:spPr>
          <a:xfrm>
            <a:off x="2598626" y="2930773"/>
            <a:ext cx="581400" cy="640500"/>
          </a:xfrm>
          <a:prstGeom prst="roundRect">
            <a:avLst>
              <a:gd fmla="val 16667" name="adj"/>
            </a:avLst>
          </a:prstGeom>
          <a:solidFill>
            <a:srgbClr val="B1CD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3" name="Google Shape;393;p21"/>
          <p:cNvSpPr txBox="1"/>
          <p:nvPr/>
        </p:nvSpPr>
        <p:spPr>
          <a:xfrm>
            <a:off x="2492579" y="3585948"/>
            <a:ext cx="7602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 sz="1000" u="none" cap="none" strike="noStrike">
                <a:solidFill>
                  <a:srgbClr val="002060"/>
                </a:solidFill>
                <a:latin typeface="DM Sans"/>
                <a:ea typeface="DM Sans"/>
                <a:cs typeface="DM Sans"/>
                <a:sym typeface="DM Sans"/>
              </a:rPr>
              <a:t>Quote</a:t>
            </a:r>
            <a:endParaRPr i="0" sz="1000" u="none" cap="none" strike="noStrike">
              <a:solidFill>
                <a:srgbClr val="002060"/>
              </a:solidFill>
              <a:latin typeface="DM Sans"/>
              <a:ea typeface="DM Sans"/>
              <a:cs typeface="DM Sans"/>
              <a:sym typeface="DM Sans"/>
            </a:endParaRPr>
          </a:p>
        </p:txBody>
      </p:sp>
      <p:pic>
        <p:nvPicPr>
          <p:cNvPr id="394" name="Google Shape;394;p21"/>
          <p:cNvPicPr preferRelativeResize="0"/>
          <p:nvPr/>
        </p:nvPicPr>
        <p:blipFill>
          <a:blip r:embed="rId3">
            <a:alphaModFix/>
          </a:blip>
          <a:stretch>
            <a:fillRect/>
          </a:stretch>
        </p:blipFill>
        <p:spPr>
          <a:xfrm>
            <a:off x="1029008" y="2185748"/>
            <a:ext cx="517251" cy="362069"/>
          </a:xfrm>
          <a:prstGeom prst="rect">
            <a:avLst/>
          </a:prstGeom>
          <a:noFill/>
          <a:ln>
            <a:noFill/>
          </a:ln>
        </p:spPr>
      </p:pic>
      <p:pic>
        <p:nvPicPr>
          <p:cNvPr id="395" name="Google Shape;395;p21"/>
          <p:cNvPicPr preferRelativeResize="0"/>
          <p:nvPr/>
        </p:nvPicPr>
        <p:blipFill>
          <a:blip r:embed="rId4">
            <a:alphaModFix/>
          </a:blip>
          <a:stretch>
            <a:fillRect/>
          </a:stretch>
        </p:blipFill>
        <p:spPr>
          <a:xfrm>
            <a:off x="7343175" y="2112923"/>
            <a:ext cx="876452" cy="492998"/>
          </a:xfrm>
          <a:prstGeom prst="rect">
            <a:avLst/>
          </a:prstGeom>
          <a:noFill/>
          <a:ln>
            <a:noFill/>
          </a:ln>
        </p:spPr>
      </p:pic>
      <p:pic>
        <p:nvPicPr>
          <p:cNvPr id="396" name="Google Shape;396;p21" title="dealhub dark logo.png"/>
          <p:cNvPicPr preferRelativeResize="0"/>
          <p:nvPr/>
        </p:nvPicPr>
        <p:blipFill>
          <a:blip r:embed="rId5">
            <a:alphaModFix/>
          </a:blip>
          <a:stretch>
            <a:fillRect/>
          </a:stretch>
        </p:blipFill>
        <p:spPr>
          <a:xfrm>
            <a:off x="2526591" y="4046431"/>
            <a:ext cx="725476" cy="143262"/>
          </a:xfrm>
          <a:prstGeom prst="rect">
            <a:avLst/>
          </a:prstGeom>
          <a:noFill/>
          <a:ln>
            <a:noFill/>
          </a:ln>
        </p:spPr>
      </p:pic>
      <p:pic>
        <p:nvPicPr>
          <p:cNvPr id="397" name="Google Shape;397;p21" title="dealhub dark logo.png"/>
          <p:cNvPicPr preferRelativeResize="0"/>
          <p:nvPr/>
        </p:nvPicPr>
        <p:blipFill>
          <a:blip r:embed="rId5">
            <a:alphaModFix/>
          </a:blip>
          <a:stretch>
            <a:fillRect/>
          </a:stretch>
        </p:blipFill>
        <p:spPr>
          <a:xfrm>
            <a:off x="4114341" y="4046431"/>
            <a:ext cx="725476" cy="143262"/>
          </a:xfrm>
          <a:prstGeom prst="rect">
            <a:avLst/>
          </a:prstGeom>
          <a:noFill/>
          <a:ln>
            <a:noFill/>
          </a:ln>
        </p:spPr>
      </p:pic>
      <p:pic>
        <p:nvPicPr>
          <p:cNvPr id="398" name="Google Shape;398;p21"/>
          <p:cNvPicPr preferRelativeResize="0"/>
          <p:nvPr/>
        </p:nvPicPr>
        <p:blipFill>
          <a:blip r:embed="rId6">
            <a:alphaModFix/>
          </a:blip>
          <a:stretch>
            <a:fillRect/>
          </a:stretch>
        </p:blipFill>
        <p:spPr>
          <a:xfrm>
            <a:off x="5583542" y="4046415"/>
            <a:ext cx="951000" cy="363933"/>
          </a:xfrm>
          <a:prstGeom prst="rect">
            <a:avLst/>
          </a:prstGeom>
          <a:noFill/>
          <a:ln>
            <a:noFill/>
          </a:ln>
        </p:spPr>
      </p:pic>
      <p:sp>
        <p:nvSpPr>
          <p:cNvPr id="399" name="Google Shape;399;p21"/>
          <p:cNvSpPr txBox="1"/>
          <p:nvPr/>
        </p:nvSpPr>
        <p:spPr>
          <a:xfrm>
            <a:off x="0" y="4937272"/>
            <a:ext cx="9144000" cy="3639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Use this layout for CPQ only projects</a:t>
            </a:r>
            <a:endParaRPr>
              <a:solidFill>
                <a:srgbClr val="FF0000"/>
              </a:solidFill>
              <a:latin typeface="DM Sans"/>
              <a:ea typeface="DM Sans"/>
              <a:cs typeface="DM Sans"/>
              <a:sym typeface="DM Sans"/>
            </a:endParaRPr>
          </a:p>
        </p:txBody>
      </p:sp>
      <p:sp>
        <p:nvSpPr>
          <p:cNvPr id="400" name="Google Shape;400;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2"/>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Getting to Know You</a:t>
            </a:r>
            <a:endParaRPr/>
          </a:p>
        </p:txBody>
      </p:sp>
      <p:sp>
        <p:nvSpPr>
          <p:cNvPr id="406" name="Google Shape;406;p22"/>
          <p:cNvSpPr txBox="1"/>
          <p:nvPr/>
        </p:nvSpPr>
        <p:spPr>
          <a:xfrm>
            <a:off x="348610" y="1584287"/>
            <a:ext cx="132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a:solidFill>
                  <a:srgbClr val="163C70"/>
                </a:solidFill>
                <a:latin typeface="Source Serif 4"/>
                <a:ea typeface="Source Serif 4"/>
                <a:cs typeface="Source Serif 4"/>
                <a:sym typeface="Source Serif 4"/>
              </a:rPr>
              <a:t>Why now?</a:t>
            </a:r>
            <a:endParaRPr b="1">
              <a:latin typeface="Source Serif 4"/>
              <a:ea typeface="Source Serif 4"/>
              <a:cs typeface="Source Serif 4"/>
              <a:sym typeface="Source Serif 4"/>
            </a:endParaRPr>
          </a:p>
        </p:txBody>
      </p:sp>
      <p:sp>
        <p:nvSpPr>
          <p:cNvPr id="407" name="Google Shape;407;p22"/>
          <p:cNvSpPr txBox="1"/>
          <p:nvPr/>
        </p:nvSpPr>
        <p:spPr>
          <a:xfrm>
            <a:off x="337452" y="1982938"/>
            <a:ext cx="26373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300">
                <a:solidFill>
                  <a:srgbClr val="0F2552"/>
                </a:solidFill>
                <a:latin typeface="DM Sans"/>
                <a:ea typeface="DM Sans"/>
                <a:cs typeface="DM Sans"/>
                <a:sym typeface="DM Sans"/>
              </a:rPr>
              <a:t>Drivers, urgency, goals, current pain </a:t>
            </a:r>
            <a:r>
              <a:rPr lang="en" sz="1300">
                <a:solidFill>
                  <a:srgbClr val="0F2552"/>
                </a:solidFill>
                <a:latin typeface="DM Sans"/>
                <a:ea typeface="DM Sans"/>
                <a:cs typeface="DM Sans"/>
                <a:sym typeface="DM Sans"/>
              </a:rPr>
              <a:t>points / gaps / friction</a:t>
            </a:r>
            <a:endParaRPr sz="1300">
              <a:solidFill>
                <a:srgbClr val="0F2552"/>
              </a:solidFill>
            </a:endParaRPr>
          </a:p>
        </p:txBody>
      </p:sp>
      <p:cxnSp>
        <p:nvCxnSpPr>
          <p:cNvPr id="408" name="Google Shape;408;p22"/>
          <p:cNvCxnSpPr/>
          <p:nvPr/>
        </p:nvCxnSpPr>
        <p:spPr>
          <a:xfrm>
            <a:off x="449025" y="1942807"/>
            <a:ext cx="951900" cy="0"/>
          </a:xfrm>
          <a:prstGeom prst="straightConnector1">
            <a:avLst/>
          </a:prstGeom>
          <a:noFill/>
          <a:ln cap="flat" cmpd="sng" w="38100">
            <a:solidFill>
              <a:srgbClr val="23D1AF"/>
            </a:solidFill>
            <a:prstDash val="solid"/>
            <a:round/>
            <a:headEnd len="med" w="med" type="none"/>
            <a:tailEnd len="med" w="med" type="none"/>
          </a:ln>
        </p:spPr>
      </p:cxnSp>
      <p:sp>
        <p:nvSpPr>
          <p:cNvPr id="409" name="Google Shape;409;p22"/>
          <p:cNvSpPr txBox="1"/>
          <p:nvPr/>
        </p:nvSpPr>
        <p:spPr>
          <a:xfrm>
            <a:off x="4143803" y="1584287"/>
            <a:ext cx="222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a:solidFill>
                  <a:srgbClr val="163C70"/>
                </a:solidFill>
                <a:latin typeface="Source Serif 4"/>
                <a:ea typeface="Source Serif 4"/>
                <a:cs typeface="Source Serif 4"/>
                <a:sym typeface="Source Serif 4"/>
              </a:rPr>
              <a:t>Business &amp; offering</a:t>
            </a:r>
            <a:endParaRPr b="1">
              <a:latin typeface="Source Serif 4"/>
              <a:ea typeface="Source Serif 4"/>
              <a:cs typeface="Source Serif 4"/>
              <a:sym typeface="Source Serif 4"/>
            </a:endParaRPr>
          </a:p>
        </p:txBody>
      </p:sp>
      <p:sp>
        <p:nvSpPr>
          <p:cNvPr id="410" name="Google Shape;410;p22"/>
          <p:cNvSpPr txBox="1"/>
          <p:nvPr/>
        </p:nvSpPr>
        <p:spPr>
          <a:xfrm>
            <a:off x="4142075" y="2008938"/>
            <a:ext cx="27774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300">
                <a:solidFill>
                  <a:srgbClr val="0F2552"/>
                </a:solidFill>
                <a:latin typeface="DM Sans"/>
                <a:ea typeface="DM Sans"/>
                <a:cs typeface="DM Sans"/>
                <a:sym typeface="DM Sans"/>
              </a:rPr>
              <a:t>Your customers (type, number), your products, packaging, pricing mode, currencies, entities</a:t>
            </a:r>
            <a:endParaRPr sz="1300">
              <a:solidFill>
                <a:srgbClr val="0F2552"/>
              </a:solidFill>
            </a:endParaRPr>
          </a:p>
        </p:txBody>
      </p:sp>
      <p:cxnSp>
        <p:nvCxnSpPr>
          <p:cNvPr id="411" name="Google Shape;411;p22"/>
          <p:cNvCxnSpPr/>
          <p:nvPr/>
        </p:nvCxnSpPr>
        <p:spPr>
          <a:xfrm>
            <a:off x="4230711" y="1965831"/>
            <a:ext cx="1722900" cy="0"/>
          </a:xfrm>
          <a:prstGeom prst="straightConnector1">
            <a:avLst/>
          </a:prstGeom>
          <a:noFill/>
          <a:ln cap="flat" cmpd="sng" w="38100">
            <a:solidFill>
              <a:srgbClr val="23D1AF"/>
            </a:solidFill>
            <a:prstDash val="solid"/>
            <a:round/>
            <a:headEnd len="med" w="med" type="none"/>
            <a:tailEnd len="med" w="med" type="none"/>
          </a:ln>
        </p:spPr>
      </p:cxnSp>
      <p:sp>
        <p:nvSpPr>
          <p:cNvPr id="412" name="Google Shape;412;p22"/>
          <p:cNvSpPr txBox="1"/>
          <p:nvPr/>
        </p:nvSpPr>
        <p:spPr>
          <a:xfrm>
            <a:off x="337459" y="3666112"/>
            <a:ext cx="2506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300">
                <a:solidFill>
                  <a:srgbClr val="0F2552"/>
                </a:solidFill>
                <a:latin typeface="DM Sans"/>
                <a:ea typeface="DM Sans"/>
                <a:cs typeface="DM Sans"/>
                <a:sym typeface="DM Sans"/>
              </a:rPr>
              <a:t>GTM, Renewals, Billing - roles, decision makers</a:t>
            </a:r>
            <a:endParaRPr sz="1300">
              <a:solidFill>
                <a:srgbClr val="0F2552"/>
              </a:solidFill>
              <a:latin typeface="DM Sans"/>
              <a:ea typeface="DM Sans"/>
              <a:cs typeface="DM Sans"/>
              <a:sym typeface="DM Sans"/>
            </a:endParaRPr>
          </a:p>
        </p:txBody>
      </p:sp>
      <p:cxnSp>
        <p:nvCxnSpPr>
          <p:cNvPr id="413" name="Google Shape;413;p22"/>
          <p:cNvCxnSpPr/>
          <p:nvPr/>
        </p:nvCxnSpPr>
        <p:spPr>
          <a:xfrm>
            <a:off x="443895" y="3625968"/>
            <a:ext cx="2637300" cy="0"/>
          </a:xfrm>
          <a:prstGeom prst="straightConnector1">
            <a:avLst/>
          </a:prstGeom>
          <a:noFill/>
          <a:ln cap="flat" cmpd="sng" w="38100">
            <a:solidFill>
              <a:srgbClr val="23D1AF"/>
            </a:solidFill>
            <a:prstDash val="solid"/>
            <a:round/>
            <a:headEnd len="med" w="med" type="none"/>
            <a:tailEnd len="med" w="med" type="none"/>
          </a:ln>
        </p:spPr>
      </p:cxnSp>
      <p:sp>
        <p:nvSpPr>
          <p:cNvPr id="414" name="Google Shape;414;p22"/>
          <p:cNvSpPr txBox="1"/>
          <p:nvPr/>
        </p:nvSpPr>
        <p:spPr>
          <a:xfrm>
            <a:off x="4152599" y="3260038"/>
            <a:ext cx="222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a:solidFill>
                  <a:srgbClr val="163C70"/>
                </a:solidFill>
                <a:latin typeface="Source Serif 4"/>
                <a:ea typeface="Source Serif 4"/>
                <a:cs typeface="Source Serif 4"/>
                <a:sym typeface="Source Serif 4"/>
              </a:rPr>
              <a:t>Billing motion</a:t>
            </a:r>
            <a:endParaRPr b="1">
              <a:latin typeface="Source Serif 4"/>
              <a:ea typeface="Source Serif 4"/>
              <a:cs typeface="Source Serif 4"/>
              <a:sym typeface="Source Serif 4"/>
            </a:endParaRPr>
          </a:p>
        </p:txBody>
      </p:sp>
      <p:sp>
        <p:nvSpPr>
          <p:cNvPr id="415" name="Google Shape;415;p22"/>
          <p:cNvSpPr txBox="1"/>
          <p:nvPr/>
        </p:nvSpPr>
        <p:spPr>
          <a:xfrm>
            <a:off x="4141452" y="3716106"/>
            <a:ext cx="4226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300">
                <a:solidFill>
                  <a:srgbClr val="0F2552"/>
                </a:solidFill>
                <a:latin typeface="DM Sans"/>
                <a:ea typeface="DM Sans"/>
                <a:cs typeface="DM Sans"/>
                <a:sym typeface="DM Sans"/>
              </a:rPr>
              <a:t>Payment providers, Tax mechanism and Vendor, In which currencies are you selling, invoices languages</a:t>
            </a:r>
            <a:endParaRPr sz="1300">
              <a:solidFill>
                <a:srgbClr val="0F2552"/>
              </a:solidFill>
            </a:endParaRPr>
          </a:p>
        </p:txBody>
      </p:sp>
      <p:cxnSp>
        <p:nvCxnSpPr>
          <p:cNvPr id="416" name="Google Shape;416;p22"/>
          <p:cNvCxnSpPr/>
          <p:nvPr/>
        </p:nvCxnSpPr>
        <p:spPr>
          <a:xfrm flipH="1" rot="10800000">
            <a:off x="4253015" y="3638638"/>
            <a:ext cx="1394700" cy="12600"/>
          </a:xfrm>
          <a:prstGeom prst="straightConnector1">
            <a:avLst/>
          </a:prstGeom>
          <a:noFill/>
          <a:ln cap="flat" cmpd="sng" w="38100">
            <a:solidFill>
              <a:srgbClr val="23D1AF"/>
            </a:solidFill>
            <a:prstDash val="solid"/>
            <a:round/>
            <a:headEnd len="med" w="med" type="none"/>
            <a:tailEnd len="med" w="med" type="none"/>
          </a:ln>
        </p:spPr>
      </p:cxnSp>
      <p:sp>
        <p:nvSpPr>
          <p:cNvPr id="417" name="Google Shape;417;p22"/>
          <p:cNvSpPr txBox="1"/>
          <p:nvPr/>
        </p:nvSpPr>
        <p:spPr>
          <a:xfrm>
            <a:off x="334652" y="3260024"/>
            <a:ext cx="288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a:solidFill>
                  <a:srgbClr val="163C70"/>
                </a:solidFill>
                <a:latin typeface="Source Serif 4"/>
                <a:ea typeface="Source Serif 4"/>
                <a:cs typeface="Source Serif 4"/>
                <a:sym typeface="Source Serif 4"/>
              </a:rPr>
              <a:t>Selling motion &amp; stakeholders</a:t>
            </a:r>
            <a:endParaRPr b="1">
              <a:latin typeface="Source Serif 4"/>
              <a:ea typeface="Source Serif 4"/>
              <a:cs typeface="Source Serif 4"/>
              <a:sym typeface="Source Serif 4"/>
            </a:endParaRPr>
          </a:p>
        </p:txBody>
      </p:sp>
      <p:sp>
        <p:nvSpPr>
          <p:cNvPr id="418" name="Google Shape;418;p22"/>
          <p:cNvSpPr txBox="1"/>
          <p:nvPr/>
        </p:nvSpPr>
        <p:spPr>
          <a:xfrm>
            <a:off x="0" y="4735369"/>
            <a:ext cx="9144000" cy="4002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PLEASE UPDATE FOR YOUR CUSTOMER - REMOVE BILLING IF NOT REQUIRED</a:t>
            </a:r>
            <a:endParaRPr>
              <a:solidFill>
                <a:srgbClr val="FF0000"/>
              </a:solidFill>
              <a:latin typeface="DM Sans"/>
              <a:ea typeface="DM Sans"/>
              <a:cs typeface="DM Sans"/>
              <a:sym typeface="DM Sans"/>
            </a:endParaRPr>
          </a:p>
        </p:txBody>
      </p:sp>
      <p:sp>
        <p:nvSpPr>
          <p:cNvPr id="419" name="Google Shape;419;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3"/>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Measure Success?</a:t>
            </a:r>
            <a:endParaRPr/>
          </a:p>
        </p:txBody>
      </p:sp>
      <p:graphicFrame>
        <p:nvGraphicFramePr>
          <p:cNvPr id="425" name="Google Shape;425;p23"/>
          <p:cNvGraphicFramePr/>
          <p:nvPr/>
        </p:nvGraphicFramePr>
        <p:xfrm>
          <a:off x="476250" y="1151450"/>
          <a:ext cx="3000000" cy="3000000"/>
        </p:xfrm>
        <a:graphic>
          <a:graphicData uri="http://schemas.openxmlformats.org/drawingml/2006/table">
            <a:tbl>
              <a:tblPr>
                <a:noFill/>
                <a:tableStyleId>{C8DD6597-415E-4AFD-98E4-7EE39D253211}</a:tableStyleId>
              </a:tblPr>
              <a:tblGrid>
                <a:gridCol w="2007650"/>
                <a:gridCol w="2362250"/>
                <a:gridCol w="3851725"/>
              </a:tblGrid>
              <a:tr h="381000">
                <a:tc>
                  <a:txBody>
                    <a:bodyPr/>
                    <a:lstStyle/>
                    <a:p>
                      <a:pPr indent="0" lvl="0" marL="0" marR="0" rtl="0" algn="l">
                        <a:lnSpc>
                          <a:spcPct val="90000"/>
                        </a:lnSpc>
                        <a:spcBef>
                          <a:spcPts val="0"/>
                        </a:spcBef>
                        <a:spcAft>
                          <a:spcPts val="1500"/>
                        </a:spcAft>
                        <a:buNone/>
                      </a:pPr>
                      <a:r>
                        <a:rPr b="1" lang="en" sz="1700">
                          <a:solidFill>
                            <a:srgbClr val="6091BF"/>
                          </a:solidFill>
                          <a:latin typeface="DM Sans"/>
                          <a:ea typeface="DM Sans"/>
                          <a:cs typeface="DM Sans"/>
                          <a:sym typeface="DM Sans"/>
                        </a:rPr>
                        <a:t>Goal</a:t>
                      </a:r>
                      <a:endParaRPr b="1" sz="1700">
                        <a:solidFill>
                          <a:srgbClr val="6091BF"/>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90000"/>
                        </a:lnSpc>
                        <a:spcBef>
                          <a:spcPts val="0"/>
                        </a:spcBef>
                        <a:spcAft>
                          <a:spcPts val="1500"/>
                        </a:spcAft>
                        <a:buNone/>
                      </a:pPr>
                      <a:r>
                        <a:rPr b="1" lang="en" sz="1700">
                          <a:solidFill>
                            <a:srgbClr val="6091BF"/>
                          </a:solidFill>
                          <a:latin typeface="DM Sans"/>
                          <a:ea typeface="DM Sans"/>
                          <a:cs typeface="DM Sans"/>
                          <a:sym typeface="DM Sans"/>
                        </a:rPr>
                        <a:t>Why?</a:t>
                      </a:r>
                      <a:endParaRPr b="1" sz="1700">
                        <a:solidFill>
                          <a:srgbClr val="6091BF"/>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90000"/>
                        </a:lnSpc>
                        <a:spcBef>
                          <a:spcPts val="0"/>
                        </a:spcBef>
                        <a:spcAft>
                          <a:spcPts val="1500"/>
                        </a:spcAft>
                        <a:buNone/>
                      </a:pPr>
                      <a:r>
                        <a:rPr b="1" lang="en" sz="1700">
                          <a:solidFill>
                            <a:srgbClr val="6091BF"/>
                          </a:solidFill>
                          <a:latin typeface="DM Sans"/>
                          <a:ea typeface="DM Sans"/>
                          <a:cs typeface="DM Sans"/>
                          <a:sym typeface="DM Sans"/>
                        </a:rPr>
                        <a:t>  How to measure it?</a:t>
                      </a:r>
                      <a:endParaRPr b="1" sz="1700">
                        <a:solidFill>
                          <a:srgbClr val="6091BF"/>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marR="0" rtl="0" algn="l">
                        <a:lnSpc>
                          <a:spcPct val="120000"/>
                        </a:lnSpc>
                        <a:spcBef>
                          <a:spcPts val="0"/>
                        </a:spcBef>
                        <a:spcAft>
                          <a:spcPts val="400"/>
                        </a:spcAft>
                        <a:buNone/>
                      </a:pPr>
                      <a:r>
                        <a:rPr lang="en" sz="1200">
                          <a:solidFill>
                            <a:srgbClr val="0F2552"/>
                          </a:solidFill>
                          <a:latin typeface="DM Sans"/>
                          <a:ea typeface="DM Sans"/>
                          <a:cs typeface="DM Sans"/>
                          <a:sym typeface="DM Sans"/>
                        </a:rPr>
                        <a:t>Improve buyer experience</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400"/>
                        </a:spcAft>
                        <a:buClr>
                          <a:schemeClr val="dk1"/>
                        </a:buClr>
                        <a:buSzPts val="1100"/>
                        <a:buFont typeface="Arial"/>
                        <a:buNone/>
                      </a:pPr>
                      <a:r>
                        <a:rPr lang="en" sz="1200">
                          <a:solidFill>
                            <a:srgbClr val="0F2552"/>
                          </a:solidFill>
                          <a:latin typeface="DM Sans"/>
                          <a:ea typeface="DM Sans"/>
                          <a:cs typeface="DM Sans"/>
                          <a:sym typeface="DM Sans"/>
                        </a:rPr>
                        <a:t>Increase close rates and sales velocity</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Proposal generation time</a:t>
                      </a:r>
                      <a:endParaRPr sz="1200">
                        <a:solidFill>
                          <a:srgbClr val="0F2552"/>
                        </a:solidFill>
                        <a:latin typeface="DM Sans"/>
                        <a:ea typeface="DM Sans"/>
                        <a:cs typeface="DM Sans"/>
                        <a:sym typeface="DM Sans"/>
                      </a:endParaRPr>
                    </a:p>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Time from quote sent to signature</a:t>
                      </a:r>
                      <a:endParaRPr sz="1200">
                        <a:solidFill>
                          <a:srgbClr val="0F2552"/>
                        </a:solidFill>
                        <a:latin typeface="DM Sans"/>
                        <a:ea typeface="DM Sans"/>
                        <a:cs typeface="DM Sans"/>
                        <a:sym typeface="DM Sans"/>
                      </a:endParaRPr>
                    </a:p>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Close rate (proposal → order)</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20000"/>
                        </a:lnSpc>
                        <a:spcBef>
                          <a:spcPts val="0"/>
                        </a:spcBef>
                        <a:spcAft>
                          <a:spcPts val="400"/>
                        </a:spcAft>
                        <a:buNone/>
                      </a:pPr>
                      <a:r>
                        <a:rPr lang="en" sz="1200">
                          <a:solidFill>
                            <a:srgbClr val="0F2552"/>
                          </a:solidFill>
                          <a:latin typeface="DM Sans"/>
                          <a:ea typeface="DM Sans"/>
                          <a:cs typeface="DM Sans"/>
                          <a:sym typeface="DM Sans"/>
                        </a:rPr>
                        <a:t>Improve margin visibility and control</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400"/>
                        </a:spcAft>
                        <a:buClr>
                          <a:schemeClr val="dk1"/>
                        </a:buClr>
                        <a:buSzPts val="1100"/>
                        <a:buFont typeface="Arial"/>
                        <a:buNone/>
                      </a:pPr>
                      <a:r>
                        <a:rPr lang="en" sz="1200">
                          <a:solidFill>
                            <a:srgbClr val="0F2552"/>
                          </a:solidFill>
                          <a:latin typeface="DM Sans"/>
                          <a:ea typeface="DM Sans"/>
                          <a:cs typeface="DM Sans"/>
                          <a:sym typeface="DM Sans"/>
                        </a:rPr>
                        <a:t>Enable profit-aware quoting</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Margin visibility within quotes</a:t>
                      </a:r>
                      <a:endParaRPr sz="1200">
                        <a:solidFill>
                          <a:srgbClr val="0F2552"/>
                        </a:solidFill>
                        <a:latin typeface="DM Sans"/>
                        <a:ea typeface="DM Sans"/>
                        <a:cs typeface="DM Sans"/>
                        <a:sym typeface="DM Sans"/>
                      </a:endParaRPr>
                    </a:p>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Reduction in pricing / margin errors</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20000"/>
                        </a:lnSpc>
                        <a:spcBef>
                          <a:spcPts val="0"/>
                        </a:spcBef>
                        <a:spcAft>
                          <a:spcPts val="400"/>
                        </a:spcAft>
                        <a:buNone/>
                      </a:pPr>
                      <a:r>
                        <a:rPr lang="en" sz="1200">
                          <a:solidFill>
                            <a:srgbClr val="0F2552"/>
                          </a:solidFill>
                          <a:latin typeface="DM Sans"/>
                          <a:ea typeface="DM Sans"/>
                          <a:cs typeface="DM Sans"/>
                          <a:sym typeface="DM Sans"/>
                        </a:rPr>
                        <a:t>Automate renewals &amp; amendments</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400"/>
                        </a:spcAft>
                        <a:buClr>
                          <a:schemeClr val="dk1"/>
                        </a:buClr>
                        <a:buSzPts val="523"/>
                        <a:buFont typeface="Arial"/>
                        <a:buNone/>
                      </a:pPr>
                      <a:r>
                        <a:rPr lang="en" sz="1200">
                          <a:solidFill>
                            <a:srgbClr val="0F2552"/>
                          </a:solidFill>
                          <a:latin typeface="DM Sans"/>
                          <a:ea typeface="DM Sans"/>
                          <a:cs typeface="DM Sans"/>
                          <a:sym typeface="DM Sans"/>
                        </a:rPr>
                        <a:t>Scale renewals and reduce manual errors</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marR="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 of automatic renewals </a:t>
                      </a:r>
                      <a:endParaRPr sz="1200">
                        <a:solidFill>
                          <a:srgbClr val="0F2552"/>
                        </a:solidFill>
                        <a:latin typeface="DM Sans"/>
                        <a:ea typeface="DM Sans"/>
                        <a:cs typeface="DM Sans"/>
                        <a:sym typeface="DM Sans"/>
                      </a:endParaRPr>
                    </a:p>
                    <a:p>
                      <a:pPr indent="-304800" lvl="0" marL="457200" marR="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Time to produce a renewal quote</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n" sz="1200">
                          <a:solidFill>
                            <a:srgbClr val="0F2552"/>
                          </a:solidFill>
                          <a:latin typeface="DM Sans"/>
                          <a:ea typeface="DM Sans"/>
                          <a:cs typeface="DM Sans"/>
                          <a:sym typeface="DM Sans"/>
                        </a:rPr>
                        <a:t>Streamline quoting</a:t>
                      </a:r>
                      <a:endParaRPr>
                        <a:solidFill>
                          <a:srgbClr val="0F2552"/>
                        </a:solidFill>
                      </a:endParaRPr>
                    </a:p>
                    <a:p>
                      <a:pPr indent="0" lvl="0" marL="0" marR="0" rtl="0" algn="l">
                        <a:lnSpc>
                          <a:spcPct val="120000"/>
                        </a:lnSpc>
                        <a:spcBef>
                          <a:spcPts val="0"/>
                        </a:spcBef>
                        <a:spcAft>
                          <a:spcPts val="400"/>
                        </a:spcAft>
                        <a:buNone/>
                      </a:pPr>
                      <a:r>
                        <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400"/>
                        </a:spcAft>
                        <a:buNone/>
                      </a:pPr>
                      <a:r>
                        <a:rPr lang="en" sz="1200">
                          <a:solidFill>
                            <a:srgbClr val="0F2552"/>
                          </a:solidFill>
                          <a:latin typeface="DM Sans"/>
                          <a:ea typeface="DM Sans"/>
                          <a:cs typeface="DM Sans"/>
                          <a:sym typeface="DM Sans"/>
                        </a:rPr>
                        <a:t>Reduce friction and quote cycle time</a:t>
                      </a:r>
                      <a:endParaRPr b="1"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marR="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Time to generate a quote</a:t>
                      </a:r>
                      <a:endParaRPr sz="1200">
                        <a:solidFill>
                          <a:srgbClr val="0F2552"/>
                        </a:solidFill>
                        <a:latin typeface="DM Sans"/>
                        <a:ea typeface="DM Sans"/>
                        <a:cs typeface="DM Sans"/>
                        <a:sym typeface="DM Sans"/>
                      </a:endParaRPr>
                    </a:p>
                    <a:p>
                      <a:pPr indent="-304800" lvl="0" marL="457200" marR="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Time to approve a quote</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Establish a single source of truth</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20000"/>
                        </a:lnSpc>
                        <a:spcBef>
                          <a:spcPts val="0"/>
                        </a:spcBef>
                        <a:spcAft>
                          <a:spcPts val="400"/>
                        </a:spcAft>
                        <a:buNone/>
                      </a:pPr>
                      <a:r>
                        <a:rPr lang="en" sz="1200">
                          <a:solidFill>
                            <a:srgbClr val="0F2552"/>
                          </a:solidFill>
                          <a:latin typeface="DM Sans"/>
                          <a:ea typeface="DM Sans"/>
                          <a:cs typeface="DM Sans"/>
                          <a:sym typeface="DM Sans"/>
                        </a:rPr>
                        <a:t>Data integrity and accurate r</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317500" lvl="0" marL="457200" rtl="0" algn="l">
                        <a:lnSpc>
                          <a:spcPct val="120000"/>
                        </a:lnSpc>
                        <a:spcBef>
                          <a:spcPts val="0"/>
                        </a:spcBef>
                        <a:spcAft>
                          <a:spcPts val="0"/>
                        </a:spcAft>
                        <a:buClr>
                          <a:srgbClr val="0F2552"/>
                        </a:buClr>
                        <a:buSzPts val="1400"/>
                        <a:buChar char="●"/>
                      </a:pPr>
                      <a:r>
                        <a:rPr lang="en" sz="1200">
                          <a:solidFill>
                            <a:srgbClr val="0F2552"/>
                          </a:solidFill>
                          <a:latin typeface="DM Sans"/>
                          <a:ea typeface="DM Sans"/>
                          <a:cs typeface="DM Sans"/>
                          <a:sym typeface="DM Sans"/>
                        </a:rPr>
                        <a:t>Reduction in manual data corrections</a:t>
                      </a:r>
                      <a:endParaRPr>
                        <a:solidFill>
                          <a:srgbClr val="0F2552"/>
                        </a:solidFill>
                      </a:endParaRPr>
                    </a:p>
                    <a:p>
                      <a:pPr indent="-228600" lvl="0" marL="457200" marR="0" rtl="0" algn="l">
                        <a:lnSpc>
                          <a:spcPct val="120000"/>
                        </a:lnSpc>
                        <a:spcBef>
                          <a:spcPts val="400"/>
                        </a:spcBef>
                        <a:spcAft>
                          <a:spcPts val="400"/>
                        </a:spcAft>
                        <a:buNone/>
                      </a:pPr>
                      <a:r>
                        <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26" name="Google Shape;426;p23"/>
          <p:cNvSpPr txBox="1"/>
          <p:nvPr/>
        </p:nvSpPr>
        <p:spPr>
          <a:xfrm>
            <a:off x="-50" y="4533158"/>
            <a:ext cx="9144000" cy="5769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PLEASE UPDATE FOR YOUR CUSTOMER - Use insights from the sale cycle to pre-populate or </a:t>
            </a:r>
            <a:r>
              <a:rPr lang="en">
                <a:solidFill>
                  <a:srgbClr val="FF0000"/>
                </a:solidFill>
                <a:latin typeface="DM Sans"/>
                <a:ea typeface="DM Sans"/>
                <a:cs typeface="DM Sans"/>
                <a:sym typeface="DM Sans"/>
              </a:rPr>
              <a:t>review</a:t>
            </a:r>
            <a:r>
              <a:rPr lang="en">
                <a:solidFill>
                  <a:srgbClr val="FF0000"/>
                </a:solidFill>
                <a:latin typeface="DM Sans"/>
                <a:ea typeface="DM Sans"/>
                <a:cs typeface="DM Sans"/>
                <a:sym typeface="DM Sans"/>
              </a:rPr>
              <a:t> in a pre-kick off with the customer</a:t>
            </a:r>
            <a:endParaRPr>
              <a:solidFill>
                <a:srgbClr val="FF0000"/>
              </a:solidFill>
              <a:latin typeface="DM Sans"/>
              <a:ea typeface="DM Sans"/>
              <a:cs typeface="DM Sans"/>
              <a:sym typeface="DM Sans"/>
            </a:endParaRPr>
          </a:p>
        </p:txBody>
      </p:sp>
      <p:sp>
        <p:nvSpPr>
          <p:cNvPr id="427" name="Google Shape;427;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4"/>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We Measure Success?</a:t>
            </a:r>
            <a:endParaRPr/>
          </a:p>
        </p:txBody>
      </p:sp>
      <p:graphicFrame>
        <p:nvGraphicFramePr>
          <p:cNvPr id="433" name="Google Shape;433;p24"/>
          <p:cNvGraphicFramePr/>
          <p:nvPr/>
        </p:nvGraphicFramePr>
        <p:xfrm>
          <a:off x="475488" y="1152144"/>
          <a:ext cx="3000000" cy="3000000"/>
        </p:xfrm>
        <a:graphic>
          <a:graphicData uri="http://schemas.openxmlformats.org/drawingml/2006/table">
            <a:tbl>
              <a:tblPr>
                <a:noFill/>
                <a:tableStyleId>{C8DD6597-415E-4AFD-98E4-7EE39D253211}</a:tableStyleId>
              </a:tblPr>
              <a:tblGrid>
                <a:gridCol w="2021900"/>
                <a:gridCol w="2476600"/>
                <a:gridCol w="3990725"/>
              </a:tblGrid>
              <a:tr h="381000">
                <a:tc>
                  <a:txBody>
                    <a:bodyPr/>
                    <a:lstStyle/>
                    <a:p>
                      <a:pPr indent="0" lvl="0" marL="0" marR="0" rtl="0" algn="l">
                        <a:lnSpc>
                          <a:spcPct val="90000"/>
                        </a:lnSpc>
                        <a:spcBef>
                          <a:spcPts val="0"/>
                        </a:spcBef>
                        <a:spcAft>
                          <a:spcPts val="1500"/>
                        </a:spcAft>
                        <a:buNone/>
                      </a:pPr>
                      <a:r>
                        <a:rPr b="1" lang="en" sz="1700">
                          <a:solidFill>
                            <a:srgbClr val="6091BF"/>
                          </a:solidFill>
                          <a:latin typeface="DM Sans"/>
                          <a:ea typeface="DM Sans"/>
                          <a:cs typeface="DM Sans"/>
                          <a:sym typeface="DM Sans"/>
                        </a:rPr>
                        <a:t>Goal</a:t>
                      </a:r>
                      <a:endParaRPr b="1" sz="1700">
                        <a:solidFill>
                          <a:srgbClr val="6091BF"/>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90000"/>
                        </a:lnSpc>
                        <a:spcBef>
                          <a:spcPts val="0"/>
                        </a:spcBef>
                        <a:spcAft>
                          <a:spcPts val="1500"/>
                        </a:spcAft>
                        <a:buNone/>
                      </a:pPr>
                      <a:r>
                        <a:rPr b="1" lang="en" sz="1700">
                          <a:solidFill>
                            <a:srgbClr val="6091BF"/>
                          </a:solidFill>
                          <a:latin typeface="DM Sans"/>
                          <a:ea typeface="DM Sans"/>
                          <a:cs typeface="DM Sans"/>
                          <a:sym typeface="DM Sans"/>
                        </a:rPr>
                        <a:t>Why?</a:t>
                      </a:r>
                      <a:endParaRPr b="1" sz="1700">
                        <a:solidFill>
                          <a:srgbClr val="6091BF"/>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90000"/>
                        </a:lnSpc>
                        <a:spcBef>
                          <a:spcPts val="0"/>
                        </a:spcBef>
                        <a:spcAft>
                          <a:spcPts val="1500"/>
                        </a:spcAft>
                        <a:buNone/>
                      </a:pPr>
                      <a:r>
                        <a:rPr b="1" lang="en" sz="1700">
                          <a:solidFill>
                            <a:srgbClr val="6091BF"/>
                          </a:solidFill>
                          <a:latin typeface="DM Sans"/>
                          <a:ea typeface="DM Sans"/>
                          <a:cs typeface="DM Sans"/>
                          <a:sym typeface="DM Sans"/>
                        </a:rPr>
                        <a:t>  How to measure it?</a:t>
                      </a:r>
                      <a:endParaRPr b="1" sz="1700">
                        <a:solidFill>
                          <a:srgbClr val="6091BF"/>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734800">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Process Automation</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Reduce manual work </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X% of the </a:t>
                      </a:r>
                      <a:r>
                        <a:rPr lang="en" sz="1200">
                          <a:solidFill>
                            <a:srgbClr val="0F2552"/>
                          </a:solidFill>
                          <a:latin typeface="DM Sans"/>
                          <a:ea typeface="DM Sans"/>
                          <a:cs typeface="DM Sans"/>
                          <a:sym typeface="DM Sans"/>
                        </a:rPr>
                        <a:t>manual</a:t>
                      </a:r>
                      <a:r>
                        <a:rPr lang="en" sz="1200">
                          <a:solidFill>
                            <a:srgbClr val="0F2552"/>
                          </a:solidFill>
                          <a:latin typeface="DM Sans"/>
                          <a:ea typeface="DM Sans"/>
                          <a:cs typeface="DM Sans"/>
                          <a:sym typeface="DM Sans"/>
                        </a:rPr>
                        <a:t> </a:t>
                      </a:r>
                      <a:r>
                        <a:rPr lang="en" sz="1200">
                          <a:solidFill>
                            <a:srgbClr val="0F2552"/>
                          </a:solidFill>
                          <a:latin typeface="DM Sans"/>
                          <a:ea typeface="DM Sans"/>
                          <a:cs typeface="DM Sans"/>
                          <a:sym typeface="DM Sans"/>
                        </a:rPr>
                        <a:t>invoice generation was moved to the billing automation </a:t>
                      </a:r>
                      <a:r>
                        <a:rPr lang="en" sz="1200">
                          <a:solidFill>
                            <a:srgbClr val="0F2552"/>
                          </a:solidFill>
                          <a:latin typeface="DM Sans"/>
                          <a:ea typeface="DM Sans"/>
                          <a:cs typeface="DM Sans"/>
                          <a:sym typeface="DM Sans"/>
                        </a:rPr>
                        <a:t> </a:t>
                      </a:r>
                      <a:endParaRPr sz="1200">
                        <a:solidFill>
                          <a:srgbClr val="0F2552"/>
                        </a:solidFill>
                        <a:latin typeface="DM Sans"/>
                        <a:ea typeface="DM Sans"/>
                        <a:cs typeface="DM Sans"/>
                        <a:sym typeface="DM Sans"/>
                      </a:endParaRPr>
                    </a:p>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Invoice</a:t>
                      </a:r>
                      <a:r>
                        <a:rPr lang="en" sz="1200">
                          <a:solidFill>
                            <a:srgbClr val="0F2552"/>
                          </a:solidFill>
                          <a:latin typeface="DM Sans"/>
                          <a:ea typeface="DM Sans"/>
                          <a:cs typeface="DM Sans"/>
                          <a:sym typeface="DM Sans"/>
                        </a:rPr>
                        <a:t> generation time was </a:t>
                      </a:r>
                      <a:r>
                        <a:rPr lang="en" sz="1200">
                          <a:solidFill>
                            <a:srgbClr val="0F2552"/>
                          </a:solidFill>
                          <a:latin typeface="DM Sans"/>
                          <a:ea typeface="DM Sans"/>
                          <a:cs typeface="DM Sans"/>
                          <a:sym typeface="DM Sans"/>
                        </a:rPr>
                        <a:t>reedus</a:t>
                      </a:r>
                      <a:r>
                        <a:rPr lang="en" sz="1200">
                          <a:solidFill>
                            <a:srgbClr val="0F2552"/>
                          </a:solidFill>
                          <a:latin typeface="DM Sans"/>
                          <a:ea typeface="DM Sans"/>
                          <a:cs typeface="DM Sans"/>
                          <a:sym typeface="DM Sans"/>
                        </a:rPr>
                        <a:t> </a:t>
                      </a:r>
                      <a:r>
                        <a:rPr lang="en" sz="1200">
                          <a:solidFill>
                            <a:srgbClr val="0F2552"/>
                          </a:solidFill>
                          <a:latin typeface="DM Sans"/>
                          <a:ea typeface="DM Sans"/>
                          <a:cs typeface="DM Sans"/>
                          <a:sym typeface="DM Sans"/>
                        </a:rPr>
                        <a:t>from</a:t>
                      </a:r>
                      <a:r>
                        <a:rPr lang="en" sz="1200">
                          <a:solidFill>
                            <a:srgbClr val="0F2552"/>
                          </a:solidFill>
                          <a:latin typeface="DM Sans"/>
                          <a:ea typeface="DM Sans"/>
                          <a:cs typeface="DM Sans"/>
                          <a:sym typeface="DM Sans"/>
                        </a:rPr>
                        <a:t> X to Y </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Accurate Billing</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Prevent revenue leakage and maintain customer trust</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 of manual billing interventions</a:t>
                      </a:r>
                      <a:endParaRPr sz="1200">
                        <a:solidFill>
                          <a:srgbClr val="0F2552"/>
                        </a:solidFill>
                        <a:latin typeface="DM Sans"/>
                        <a:ea typeface="DM Sans"/>
                        <a:cs typeface="DM Sans"/>
                        <a:sym typeface="DM Sans"/>
                      </a:endParaRPr>
                    </a:p>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number of billing corrections or disputes</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n" sz="1200">
                          <a:solidFill>
                            <a:srgbClr val="0F2552"/>
                          </a:solidFill>
                          <a:latin typeface="DM Sans"/>
                          <a:ea typeface="DM Sans"/>
                          <a:cs typeface="DM Sans"/>
                          <a:sym typeface="DM Sans"/>
                        </a:rPr>
                        <a:t>Improving time to collect</a:t>
                      </a:r>
                      <a:endParaRPr sz="1200">
                        <a:solidFill>
                          <a:srgbClr val="0F2552"/>
                        </a:solidFill>
                        <a:latin typeface="DM Sans"/>
                        <a:ea typeface="DM Sans"/>
                        <a:cs typeface="DM Sans"/>
                        <a:sym typeface="DM Sans"/>
                      </a:endParaRPr>
                    </a:p>
                    <a:p>
                      <a:pPr indent="0" lvl="0" marL="0" rtl="0" algn="l">
                        <a:spcBef>
                          <a:spcPts val="0"/>
                        </a:spcBef>
                        <a:spcAft>
                          <a:spcPts val="0"/>
                        </a:spcAft>
                        <a:buNone/>
                      </a:pPr>
                      <a:r>
                        <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0"/>
                        </a:spcAft>
                        <a:buClr>
                          <a:schemeClr val="dk1"/>
                        </a:buClr>
                        <a:buSzPts val="1100"/>
                        <a:buFont typeface="Arial"/>
                        <a:buNone/>
                      </a:pPr>
                      <a:r>
                        <a:rPr lang="en" sz="1200">
                          <a:solidFill>
                            <a:srgbClr val="0F2552"/>
                          </a:solidFill>
                          <a:latin typeface="DM Sans"/>
                          <a:ea typeface="DM Sans"/>
                          <a:cs typeface="DM Sans"/>
                          <a:sym typeface="DM Sans"/>
                        </a:rPr>
                        <a:t>Incorrect/missing payment method info</a:t>
                      </a:r>
                      <a:endParaRPr sz="1200">
                        <a:solidFill>
                          <a:srgbClr val="0F2552"/>
                        </a:solidFill>
                        <a:latin typeface="DM Sans"/>
                        <a:ea typeface="DM Sans"/>
                        <a:cs typeface="DM Sans"/>
                        <a:sym typeface="DM Sans"/>
                      </a:endParaRPr>
                    </a:p>
                    <a:p>
                      <a:pPr indent="0" lvl="0" marL="0" rtl="0" algn="l">
                        <a:lnSpc>
                          <a:spcPct val="120000"/>
                        </a:lnSpc>
                        <a:spcBef>
                          <a:spcPts val="400"/>
                        </a:spcBef>
                        <a:spcAft>
                          <a:spcPts val="400"/>
                        </a:spcAft>
                        <a:buClr>
                          <a:schemeClr val="dk1"/>
                        </a:buClr>
                        <a:buSzPts val="1100"/>
                        <a:buFont typeface="Arial"/>
                        <a:buNone/>
                      </a:pPr>
                      <a:r>
                        <a:rPr lang="en" sz="1200">
                          <a:solidFill>
                            <a:srgbClr val="0F2552"/>
                          </a:solidFill>
                          <a:latin typeface="DM Sans"/>
                          <a:ea typeface="DM Sans"/>
                          <a:cs typeface="DM Sans"/>
                          <a:sym typeface="DM Sans"/>
                        </a:rPr>
                        <a:t>Challenging process for overdue Invoices</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Reducing collection errors + Dunning process for overdue Invoices (automation)</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Improve Customer Information - Data collection</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0F2552"/>
                          </a:solidFill>
                          <a:latin typeface="DM Sans"/>
                          <a:ea typeface="DM Sans"/>
                          <a:cs typeface="DM Sans"/>
                          <a:sym typeface="DM Sans"/>
                        </a:rPr>
                        <a:t>Lacking critical Info for customer Invoicing, </a:t>
                      </a:r>
                      <a:r>
                        <a:rPr lang="en" sz="1200">
                          <a:solidFill>
                            <a:srgbClr val="0F2552"/>
                          </a:solidFill>
                          <a:latin typeface="DM Sans"/>
                          <a:ea typeface="DM Sans"/>
                          <a:cs typeface="DM Sans"/>
                          <a:sym typeface="DM Sans"/>
                        </a:rPr>
                        <a:t>causing</a:t>
                      </a:r>
                      <a:r>
                        <a:rPr lang="en" sz="1200">
                          <a:solidFill>
                            <a:srgbClr val="0F2552"/>
                          </a:solidFill>
                          <a:latin typeface="DM Sans"/>
                          <a:ea typeface="DM Sans"/>
                          <a:cs typeface="DM Sans"/>
                          <a:sym typeface="DM Sans"/>
                        </a:rPr>
                        <a:t> back and forth with GTM team to complete missing data</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Collecting all relevant data for accurate invoice calculations</a:t>
                      </a:r>
                      <a:endParaRPr sz="1200">
                        <a:solidFill>
                          <a:srgbClr val="0F2552"/>
                        </a:solidFill>
                        <a:latin typeface="DM Sans"/>
                        <a:ea typeface="DM Sans"/>
                        <a:cs typeface="DM Sans"/>
                        <a:sym typeface="DM Sans"/>
                      </a:endParaRPr>
                    </a:p>
                    <a:p>
                      <a:pPr indent="-304800" lvl="0" marL="45720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Reduce/Eliminate GTM teams dependency</a:t>
                      </a:r>
                      <a:endParaRPr sz="1200">
                        <a:solidFill>
                          <a:srgbClr val="0F2552"/>
                        </a:solidFill>
                        <a:latin typeface="DM Sans"/>
                        <a:ea typeface="DM Sans"/>
                        <a:cs typeface="DM Sans"/>
                        <a:sym typeface="DM Sans"/>
                      </a:endParaRPr>
                    </a:p>
                    <a:p>
                      <a:pPr indent="-304800" lvl="0" marL="457200" marR="0" rtl="0" algn="l">
                        <a:lnSpc>
                          <a:spcPct val="12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Unified structured process for data collection</a:t>
                      </a:r>
                      <a:endParaRPr sz="1200">
                        <a:solidFill>
                          <a:srgbClr val="0F2552"/>
                        </a:solidFill>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34" name="Google Shape;434;p24"/>
          <p:cNvSpPr txBox="1"/>
          <p:nvPr/>
        </p:nvSpPr>
        <p:spPr>
          <a:xfrm>
            <a:off x="-50" y="4557594"/>
            <a:ext cx="9144000" cy="5769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PLEASE UPDATE FOR YOUR CUSTOMER - REMOVE BILLING IF NOT REQUIRED</a:t>
            </a:r>
            <a:endParaRPr>
              <a:solidFill>
                <a:srgbClr val="FF0000"/>
              </a:solidFill>
              <a:latin typeface="DM Sans"/>
              <a:ea typeface="DM Sans"/>
              <a:cs typeface="DM Sans"/>
              <a:sym typeface="DM Sans"/>
            </a:endParaRPr>
          </a:p>
        </p:txBody>
      </p:sp>
      <p:sp>
        <p:nvSpPr>
          <p:cNvPr id="435" name="Google Shape;435;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5"/>
          <p:cNvSpPr txBox="1"/>
          <p:nvPr>
            <p:ph type="title"/>
          </p:nvPr>
        </p:nvSpPr>
        <p:spPr>
          <a:xfrm>
            <a:off x="394825" y="1736825"/>
            <a:ext cx="4704000" cy="12477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sz="4000">
                <a:solidFill>
                  <a:srgbClr val="0F2552"/>
                </a:solidFill>
                <a:latin typeface="Source Serif 4 SemiBold"/>
                <a:ea typeface="Source Serif 4 SemiBold"/>
                <a:cs typeface="Source Serif 4 SemiBold"/>
                <a:sym typeface="Source Serif 4 SemiBold"/>
              </a:rPr>
              <a:t>Project </a:t>
            </a:r>
            <a:br>
              <a:rPr lang="en" sz="4000">
                <a:solidFill>
                  <a:srgbClr val="0F2552"/>
                </a:solidFill>
                <a:latin typeface="Source Serif 4 SemiBold"/>
                <a:ea typeface="Source Serif 4 SemiBold"/>
                <a:cs typeface="Source Serif 4 SemiBold"/>
                <a:sym typeface="Source Serif 4 SemiBold"/>
              </a:rPr>
            </a:br>
            <a:r>
              <a:rPr lang="en" sz="4000">
                <a:solidFill>
                  <a:srgbClr val="0F2552"/>
                </a:solidFill>
                <a:latin typeface="Source Serif 4 SemiBold"/>
                <a:ea typeface="Source Serif 4 SemiBold"/>
                <a:cs typeface="Source Serif 4 SemiBold"/>
                <a:sym typeface="Source Serif 4 SemiBold"/>
              </a:rPr>
              <a:t>timeline</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9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10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p:txBody>
      </p:sp>
      <p:sp>
        <p:nvSpPr>
          <p:cNvPr id="441" name="Google Shape;441;p25"/>
          <p:cNvSpPr txBox="1"/>
          <p:nvPr/>
        </p:nvSpPr>
        <p:spPr>
          <a:xfrm>
            <a:off x="393450" y="1147594"/>
            <a:ext cx="132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2000">
                <a:solidFill>
                  <a:srgbClr val="163C70"/>
                </a:solidFill>
                <a:latin typeface="DM Sans Medium"/>
                <a:ea typeface="DM Sans Medium"/>
                <a:cs typeface="DM Sans Medium"/>
                <a:sym typeface="DM Sans Medium"/>
              </a:rPr>
              <a:t>03</a:t>
            </a:r>
            <a:endParaRPr sz="1800">
              <a:latin typeface="DM Sans Medium"/>
              <a:ea typeface="DM Sans Medium"/>
              <a:cs typeface="DM Sans Medium"/>
              <a:sym typeface="DM Sans Medium"/>
            </a:endParaRPr>
          </a:p>
        </p:txBody>
      </p:sp>
      <p:cxnSp>
        <p:nvCxnSpPr>
          <p:cNvPr id="442" name="Google Shape;442;p25"/>
          <p:cNvCxnSpPr/>
          <p:nvPr/>
        </p:nvCxnSpPr>
        <p:spPr>
          <a:xfrm>
            <a:off x="471034" y="1587365"/>
            <a:ext cx="392100" cy="0"/>
          </a:xfrm>
          <a:prstGeom prst="straightConnector1">
            <a:avLst/>
          </a:prstGeom>
          <a:noFill/>
          <a:ln cap="flat" cmpd="sng" w="38100">
            <a:solidFill>
              <a:srgbClr val="23D1AF"/>
            </a:solidFill>
            <a:prstDash val="solid"/>
            <a:round/>
            <a:headEnd len="med" w="med" type="none"/>
            <a:tailEnd len="med" w="med" type="none"/>
          </a:ln>
        </p:spPr>
      </p:cxnSp>
      <p:sp>
        <p:nvSpPr>
          <p:cNvPr id="443" name="Google Shape;443;p25"/>
          <p:cNvSpPr txBox="1"/>
          <p:nvPr>
            <p:ph idx="1" type="subTitle"/>
          </p:nvPr>
        </p:nvSpPr>
        <p:spPr>
          <a:xfrm>
            <a:off x="411925" y="1142400"/>
            <a:ext cx="4443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444" name="Google Shape;444;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6"/>
          <p:cNvSpPr/>
          <p:nvPr/>
        </p:nvSpPr>
        <p:spPr>
          <a:xfrm rot="10800000">
            <a:off x="764616" y="1572484"/>
            <a:ext cx="4860" cy="1545966"/>
          </a:xfrm>
          <a:custGeom>
            <a:rect b="b" l="l" r="r" t="t"/>
            <a:pathLst>
              <a:path extrusionOk="0" h="21600" w="21600">
                <a:moveTo>
                  <a:pt x="0" y="0"/>
                </a:moveTo>
                <a:lnTo>
                  <a:pt x="21600" y="21600"/>
                </a:lnTo>
              </a:path>
            </a:pathLst>
          </a:custGeom>
          <a:noFill/>
          <a:ln cap="flat" cmpd="sng" w="9525">
            <a:solidFill>
              <a:srgbClr val="0F2552"/>
            </a:solidFill>
            <a:prstDash val="solid"/>
            <a:round/>
            <a:headEnd len="sm" w="sm" type="none"/>
            <a:tailEnd len="med" w="med" type="none"/>
          </a:ln>
        </p:spPr>
      </p:sp>
      <p:sp>
        <p:nvSpPr>
          <p:cNvPr id="450" name="Google Shape;450;p26"/>
          <p:cNvSpPr txBox="1"/>
          <p:nvPr>
            <p:ph type="title"/>
          </p:nvPr>
        </p:nvSpPr>
        <p:spPr>
          <a:xfrm>
            <a:off x="334650" y="180975"/>
            <a:ext cx="7645800" cy="4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Main Milestones: DealHub Implementation </a:t>
            </a:r>
            <a:endParaRPr/>
          </a:p>
        </p:txBody>
      </p:sp>
      <p:sp>
        <p:nvSpPr>
          <p:cNvPr id="451" name="Google Shape;451;p26"/>
          <p:cNvSpPr/>
          <p:nvPr/>
        </p:nvSpPr>
        <p:spPr>
          <a:xfrm flipH="1" rot="10800000">
            <a:off x="3208850" y="1509088"/>
            <a:ext cx="810" cy="1609362"/>
          </a:xfrm>
          <a:custGeom>
            <a:rect b="b" l="l" r="r" t="t"/>
            <a:pathLst>
              <a:path extrusionOk="0" h="21600" w="21600">
                <a:moveTo>
                  <a:pt x="0" y="0"/>
                </a:moveTo>
                <a:lnTo>
                  <a:pt x="21600" y="21600"/>
                </a:lnTo>
              </a:path>
            </a:pathLst>
          </a:custGeom>
          <a:noFill/>
          <a:ln cap="flat" cmpd="sng" w="9525">
            <a:solidFill>
              <a:srgbClr val="0F2552"/>
            </a:solidFill>
            <a:prstDash val="solid"/>
            <a:round/>
            <a:headEnd len="sm" w="sm" type="none"/>
            <a:tailEnd len="med" w="med" type="none"/>
          </a:ln>
        </p:spPr>
      </p:sp>
      <p:sp>
        <p:nvSpPr>
          <p:cNvPr id="452" name="Google Shape;452;p26"/>
          <p:cNvSpPr/>
          <p:nvPr/>
        </p:nvSpPr>
        <p:spPr>
          <a:xfrm flipH="1" rot="10800000">
            <a:off x="6033390" y="1509088"/>
            <a:ext cx="810" cy="1609362"/>
          </a:xfrm>
          <a:custGeom>
            <a:rect b="b" l="l" r="r" t="t"/>
            <a:pathLst>
              <a:path extrusionOk="0" h="21600" w="21600">
                <a:moveTo>
                  <a:pt x="0" y="0"/>
                </a:moveTo>
                <a:lnTo>
                  <a:pt x="21600" y="21600"/>
                </a:lnTo>
              </a:path>
            </a:pathLst>
          </a:custGeom>
          <a:noFill/>
          <a:ln cap="flat" cmpd="sng" w="9525">
            <a:solidFill>
              <a:srgbClr val="0F2552"/>
            </a:solidFill>
            <a:prstDash val="solid"/>
            <a:round/>
            <a:headEnd len="sm" w="sm" type="none"/>
            <a:tailEnd len="med" w="med" type="none"/>
          </a:ln>
        </p:spPr>
      </p:sp>
      <p:sp>
        <p:nvSpPr>
          <p:cNvPr id="453" name="Google Shape;453;p26"/>
          <p:cNvSpPr/>
          <p:nvPr/>
        </p:nvSpPr>
        <p:spPr>
          <a:xfrm>
            <a:off x="998065" y="1259661"/>
            <a:ext cx="2072100" cy="295800"/>
          </a:xfrm>
          <a:prstGeom prst="rect">
            <a:avLst/>
          </a:prstGeom>
          <a:noFill/>
          <a:ln>
            <a:noFill/>
          </a:ln>
        </p:spPr>
        <p:txBody>
          <a:bodyPr anchorCtr="0" anchor="t" bIns="26625" lIns="36000" spcFirstLastPara="1" rIns="36000" wrap="square" tIns="26625">
            <a:noAutofit/>
          </a:bodyPr>
          <a:lstStyle/>
          <a:p>
            <a:pPr indent="0" lvl="0" marL="0" marR="0" rtl="0" algn="l">
              <a:lnSpc>
                <a:spcPct val="115000"/>
              </a:lnSpc>
              <a:spcBef>
                <a:spcPts val="0"/>
              </a:spcBef>
              <a:spcAft>
                <a:spcPts val="400"/>
              </a:spcAft>
              <a:buClr>
                <a:srgbClr val="000000"/>
              </a:buClr>
              <a:buSzPts val="1200"/>
              <a:buFont typeface="Arial"/>
              <a:buNone/>
            </a:pPr>
            <a:r>
              <a:rPr b="1" lang="en" sz="1300">
                <a:solidFill>
                  <a:srgbClr val="0F2552"/>
                </a:solidFill>
                <a:latin typeface="DM Sans"/>
                <a:ea typeface="DM Sans"/>
                <a:cs typeface="DM Sans"/>
                <a:sym typeface="DM Sans"/>
              </a:rPr>
              <a:t>Initiation</a:t>
            </a:r>
            <a:endParaRPr b="1" i="0" sz="1100" u="none" cap="none" strike="noStrike">
              <a:solidFill>
                <a:srgbClr val="0F2552"/>
              </a:solidFill>
              <a:latin typeface="DM Sans"/>
              <a:ea typeface="DM Sans"/>
              <a:cs typeface="DM Sans"/>
              <a:sym typeface="DM Sans"/>
            </a:endParaRPr>
          </a:p>
        </p:txBody>
      </p:sp>
      <p:sp>
        <p:nvSpPr>
          <p:cNvPr id="454" name="Google Shape;454;p26"/>
          <p:cNvSpPr/>
          <p:nvPr/>
        </p:nvSpPr>
        <p:spPr>
          <a:xfrm flipH="1">
            <a:off x="1833867" y="3120612"/>
            <a:ext cx="3348" cy="340362"/>
          </a:xfrm>
          <a:custGeom>
            <a:rect b="b" l="l" r="r" t="t"/>
            <a:pathLst>
              <a:path extrusionOk="0" h="21600" w="21600">
                <a:moveTo>
                  <a:pt x="0" y="0"/>
                </a:moveTo>
                <a:lnTo>
                  <a:pt x="21600" y="21600"/>
                </a:lnTo>
              </a:path>
            </a:pathLst>
          </a:custGeom>
          <a:noFill/>
          <a:ln cap="flat" cmpd="sng" w="9525">
            <a:solidFill>
              <a:srgbClr val="0F2552"/>
            </a:solidFill>
            <a:prstDash val="solid"/>
            <a:round/>
            <a:headEnd len="sm" w="sm" type="none"/>
            <a:tailEnd len="med" w="med" type="none"/>
          </a:ln>
        </p:spPr>
      </p:sp>
      <p:sp>
        <p:nvSpPr>
          <p:cNvPr id="455" name="Google Shape;455;p26"/>
          <p:cNvSpPr/>
          <p:nvPr/>
        </p:nvSpPr>
        <p:spPr>
          <a:xfrm flipH="1" rot="10800000">
            <a:off x="578975" y="3095869"/>
            <a:ext cx="7971858" cy="22788"/>
          </a:xfrm>
          <a:custGeom>
            <a:rect b="b" l="l" r="r" t="t"/>
            <a:pathLst>
              <a:path extrusionOk="0" h="21600" w="21600">
                <a:moveTo>
                  <a:pt x="0" y="0"/>
                </a:moveTo>
                <a:lnTo>
                  <a:pt x="21600" y="21600"/>
                </a:lnTo>
              </a:path>
            </a:pathLst>
          </a:custGeom>
          <a:noFill/>
          <a:ln cap="flat" cmpd="sng" w="9525">
            <a:solidFill>
              <a:srgbClr val="0F2552"/>
            </a:solidFill>
            <a:prstDash val="solid"/>
            <a:round/>
            <a:headEnd len="med" w="med" type="oval"/>
            <a:tailEnd len="med" w="med" type="stealth"/>
          </a:ln>
        </p:spPr>
      </p:sp>
      <p:sp>
        <p:nvSpPr>
          <p:cNvPr id="456" name="Google Shape;456;p26"/>
          <p:cNvSpPr/>
          <p:nvPr/>
        </p:nvSpPr>
        <p:spPr>
          <a:xfrm flipH="1">
            <a:off x="4893723" y="3118437"/>
            <a:ext cx="3348" cy="340362"/>
          </a:xfrm>
          <a:custGeom>
            <a:rect b="b" l="l" r="r" t="t"/>
            <a:pathLst>
              <a:path extrusionOk="0" h="21600" w="21600">
                <a:moveTo>
                  <a:pt x="0" y="0"/>
                </a:moveTo>
                <a:lnTo>
                  <a:pt x="21600" y="21600"/>
                </a:lnTo>
              </a:path>
            </a:pathLst>
          </a:custGeom>
          <a:noFill/>
          <a:ln cap="flat" cmpd="sng" w="9525">
            <a:solidFill>
              <a:srgbClr val="0F2552"/>
            </a:solidFill>
            <a:prstDash val="solid"/>
            <a:round/>
            <a:headEnd len="sm" w="sm" type="none"/>
            <a:tailEnd len="med" w="med" type="none"/>
          </a:ln>
        </p:spPr>
      </p:sp>
      <p:sp>
        <p:nvSpPr>
          <p:cNvPr id="457" name="Google Shape;457;p26"/>
          <p:cNvSpPr/>
          <p:nvPr/>
        </p:nvSpPr>
        <p:spPr>
          <a:xfrm>
            <a:off x="616249" y="1271874"/>
            <a:ext cx="295800" cy="295800"/>
          </a:xfrm>
          <a:prstGeom prst="ellipse">
            <a:avLst/>
          </a:prstGeom>
          <a:solidFill>
            <a:srgbClr val="EAF5FF"/>
          </a:solid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sz="500">
              <a:solidFill>
                <a:srgbClr val="6091BF"/>
              </a:solidFill>
              <a:latin typeface="Source Serif 4 SemiBold"/>
              <a:ea typeface="Source Serif 4 SemiBold"/>
              <a:cs typeface="Source Serif 4 SemiBold"/>
              <a:sym typeface="Source Serif 4 SemiBold"/>
            </a:endParaRPr>
          </a:p>
        </p:txBody>
      </p:sp>
      <p:sp>
        <p:nvSpPr>
          <p:cNvPr id="458" name="Google Shape;458;p26"/>
          <p:cNvSpPr txBox="1"/>
          <p:nvPr/>
        </p:nvSpPr>
        <p:spPr>
          <a:xfrm>
            <a:off x="761365" y="1509074"/>
            <a:ext cx="2346000" cy="1236600"/>
          </a:xfrm>
          <a:prstGeom prst="rect">
            <a:avLst/>
          </a:prstGeom>
          <a:noFill/>
          <a:ln>
            <a:noFill/>
          </a:ln>
        </p:spPr>
        <p:txBody>
          <a:bodyPr anchorCtr="0" anchor="t" bIns="91425" lIns="91425" spcFirstLastPara="1" rIns="91425" wrap="square" tIns="91425">
            <a:spAutoFit/>
          </a:bodyPr>
          <a:lstStyle/>
          <a:p>
            <a:pPr indent="-209550" lvl="0" marL="393700" rtl="0" algn="l">
              <a:lnSpc>
                <a:spcPct val="100000"/>
              </a:lnSpc>
              <a:spcBef>
                <a:spcPts val="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Kickoff Meeting</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KPI and R&amp;R Alignment</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Solution Overview</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Baseline Project Plan</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400"/>
              </a:spcAft>
              <a:buClr>
                <a:srgbClr val="0F2552"/>
              </a:buClr>
              <a:buSzPts val="1100"/>
              <a:buFont typeface="DM Sans"/>
              <a:buChar char="●"/>
            </a:pPr>
            <a:r>
              <a:rPr lang="en" sz="1100">
                <a:solidFill>
                  <a:srgbClr val="0F2552"/>
                </a:solidFill>
                <a:latin typeface="DM Sans"/>
                <a:ea typeface="DM Sans"/>
                <a:cs typeface="DM Sans"/>
                <a:sym typeface="DM Sans"/>
              </a:rPr>
              <a:t>Start the Admin Training</a:t>
            </a:r>
            <a:endParaRPr sz="1100">
              <a:solidFill>
                <a:srgbClr val="0F2552"/>
              </a:solidFill>
              <a:latin typeface="DM Sans"/>
              <a:ea typeface="DM Sans"/>
              <a:cs typeface="DM Sans"/>
              <a:sym typeface="DM Sans"/>
            </a:endParaRPr>
          </a:p>
        </p:txBody>
      </p:sp>
      <p:sp>
        <p:nvSpPr>
          <p:cNvPr id="459" name="Google Shape;459;p26"/>
          <p:cNvSpPr txBox="1"/>
          <p:nvPr/>
        </p:nvSpPr>
        <p:spPr>
          <a:xfrm>
            <a:off x="2001342" y="3389534"/>
            <a:ext cx="1824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n" sz="1300">
                <a:solidFill>
                  <a:srgbClr val="0F2552"/>
                </a:solidFill>
                <a:latin typeface="DM Sans"/>
                <a:ea typeface="DM Sans"/>
                <a:cs typeface="DM Sans"/>
                <a:sym typeface="DM Sans"/>
              </a:rPr>
              <a:t>Analysis &amp; Design </a:t>
            </a:r>
            <a:endParaRPr b="1" sz="1300">
              <a:solidFill>
                <a:srgbClr val="0F2552"/>
              </a:solidFill>
              <a:latin typeface="DM Sans"/>
              <a:ea typeface="DM Sans"/>
              <a:cs typeface="DM Sans"/>
              <a:sym typeface="DM Sans"/>
            </a:endParaRPr>
          </a:p>
        </p:txBody>
      </p:sp>
      <p:sp>
        <p:nvSpPr>
          <p:cNvPr id="460" name="Google Shape;460;p26"/>
          <p:cNvSpPr txBox="1"/>
          <p:nvPr/>
        </p:nvSpPr>
        <p:spPr>
          <a:xfrm>
            <a:off x="1811877" y="3706650"/>
            <a:ext cx="2346000" cy="1185300"/>
          </a:xfrm>
          <a:prstGeom prst="rect">
            <a:avLst/>
          </a:prstGeom>
          <a:noFill/>
          <a:ln>
            <a:noFill/>
          </a:ln>
        </p:spPr>
        <p:txBody>
          <a:bodyPr anchorCtr="0" anchor="t" bIns="91425" lIns="91425" spcFirstLastPara="1" rIns="91425" wrap="square" tIns="91425">
            <a:spAutoFit/>
          </a:bodyPr>
          <a:lstStyle/>
          <a:p>
            <a:pPr indent="-209550" lvl="0" marL="393700" rtl="0" algn="l">
              <a:lnSpc>
                <a:spcPct val="100000"/>
              </a:lnSpc>
              <a:spcBef>
                <a:spcPts val="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Review current state and define future use cases</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Data Migration Preparation</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Solution Design </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400"/>
              </a:spcAft>
              <a:buClr>
                <a:srgbClr val="0F2552"/>
              </a:buClr>
              <a:buSzPts val="1100"/>
              <a:buFont typeface="DM Sans"/>
              <a:buChar char="●"/>
            </a:pPr>
            <a:r>
              <a:rPr lang="en" sz="1100">
                <a:solidFill>
                  <a:srgbClr val="0F2552"/>
                </a:solidFill>
                <a:latin typeface="DM Sans"/>
                <a:ea typeface="DM Sans"/>
                <a:cs typeface="DM Sans"/>
                <a:sym typeface="DM Sans"/>
              </a:rPr>
              <a:t>Integration Design </a:t>
            </a:r>
            <a:endParaRPr sz="1100">
              <a:solidFill>
                <a:srgbClr val="0F2552"/>
              </a:solidFill>
              <a:latin typeface="DM Sans"/>
              <a:ea typeface="DM Sans"/>
              <a:cs typeface="DM Sans"/>
              <a:sym typeface="DM Sans"/>
            </a:endParaRPr>
          </a:p>
        </p:txBody>
      </p:sp>
      <p:sp>
        <p:nvSpPr>
          <p:cNvPr id="461" name="Google Shape;461;p26"/>
          <p:cNvSpPr/>
          <p:nvPr/>
        </p:nvSpPr>
        <p:spPr>
          <a:xfrm>
            <a:off x="3467309" y="1259661"/>
            <a:ext cx="2072100" cy="295800"/>
          </a:xfrm>
          <a:prstGeom prst="rect">
            <a:avLst/>
          </a:prstGeom>
          <a:noFill/>
          <a:ln>
            <a:noFill/>
          </a:ln>
        </p:spPr>
        <p:txBody>
          <a:bodyPr anchorCtr="0" anchor="t" bIns="26625" lIns="36000" spcFirstLastPara="1" rIns="36000" wrap="square" tIns="26625">
            <a:noAutofit/>
          </a:bodyPr>
          <a:lstStyle/>
          <a:p>
            <a:pPr indent="0" lvl="0" marL="0" marR="0" rtl="0" algn="l">
              <a:lnSpc>
                <a:spcPct val="115000"/>
              </a:lnSpc>
              <a:spcBef>
                <a:spcPts val="0"/>
              </a:spcBef>
              <a:spcAft>
                <a:spcPts val="0"/>
              </a:spcAft>
              <a:buClr>
                <a:srgbClr val="000000"/>
              </a:buClr>
              <a:buSzPts val="1200"/>
              <a:buFont typeface="Arial"/>
              <a:buNone/>
            </a:pPr>
            <a:r>
              <a:rPr b="1" lang="en" sz="1300">
                <a:solidFill>
                  <a:srgbClr val="0F2552"/>
                </a:solidFill>
                <a:latin typeface="DM Sans"/>
                <a:ea typeface="DM Sans"/>
                <a:cs typeface="DM Sans"/>
                <a:sym typeface="DM Sans"/>
              </a:rPr>
              <a:t>System Set Up</a:t>
            </a:r>
            <a:endParaRPr b="1" sz="1300">
              <a:solidFill>
                <a:srgbClr val="0F2552"/>
              </a:solidFill>
              <a:latin typeface="DM Sans"/>
              <a:ea typeface="DM Sans"/>
              <a:cs typeface="DM Sans"/>
              <a:sym typeface="DM Sans"/>
            </a:endParaRPr>
          </a:p>
          <a:p>
            <a:pPr indent="0" lvl="0" marL="0" marR="0" rtl="0" algn="l">
              <a:lnSpc>
                <a:spcPct val="115000"/>
              </a:lnSpc>
              <a:spcBef>
                <a:spcPts val="400"/>
              </a:spcBef>
              <a:spcAft>
                <a:spcPts val="400"/>
              </a:spcAft>
              <a:buClr>
                <a:srgbClr val="000000"/>
              </a:buClr>
              <a:buSzPts val="1200"/>
              <a:buFont typeface="Arial"/>
              <a:buNone/>
            </a:pPr>
            <a:r>
              <a:t/>
            </a:r>
            <a:endParaRPr b="1" sz="1300">
              <a:solidFill>
                <a:srgbClr val="0F2552"/>
              </a:solidFill>
              <a:latin typeface="DM Sans"/>
              <a:ea typeface="DM Sans"/>
              <a:cs typeface="DM Sans"/>
              <a:sym typeface="DM Sans"/>
            </a:endParaRPr>
          </a:p>
        </p:txBody>
      </p:sp>
      <p:sp>
        <p:nvSpPr>
          <p:cNvPr id="462" name="Google Shape;462;p26"/>
          <p:cNvSpPr txBox="1"/>
          <p:nvPr/>
        </p:nvSpPr>
        <p:spPr>
          <a:xfrm>
            <a:off x="3230609" y="1509074"/>
            <a:ext cx="2573400" cy="1457100"/>
          </a:xfrm>
          <a:prstGeom prst="rect">
            <a:avLst/>
          </a:prstGeom>
          <a:noFill/>
          <a:ln>
            <a:noFill/>
          </a:ln>
        </p:spPr>
        <p:txBody>
          <a:bodyPr anchorCtr="0" anchor="t" bIns="91425" lIns="91425" spcFirstLastPara="1" rIns="91425" wrap="square" tIns="91425">
            <a:spAutoFit/>
          </a:bodyPr>
          <a:lstStyle/>
          <a:p>
            <a:pPr indent="-209550" lvl="0" marL="393700" rtl="0" algn="l">
              <a:lnSpc>
                <a:spcPct val="100000"/>
              </a:lnSpc>
              <a:spcBef>
                <a:spcPts val="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Joint Configuration sessions</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Offline Configuration </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System Integration</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Solution Review &amp; demo</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Tests &amp; Updates</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400"/>
              </a:spcAft>
              <a:buClr>
                <a:srgbClr val="0F2552"/>
              </a:buClr>
              <a:buSzPts val="1100"/>
              <a:buFont typeface="DM Sans"/>
              <a:buChar char="●"/>
            </a:pPr>
            <a:r>
              <a:rPr lang="en" sz="1100">
                <a:solidFill>
                  <a:srgbClr val="0F2552"/>
                </a:solidFill>
                <a:latin typeface="DM Sans"/>
                <a:ea typeface="DM Sans"/>
                <a:cs typeface="DM Sans"/>
                <a:sym typeface="DM Sans"/>
              </a:rPr>
              <a:t>Data Migration</a:t>
            </a:r>
            <a:endParaRPr sz="1100">
              <a:solidFill>
                <a:srgbClr val="0F2552"/>
              </a:solidFill>
              <a:latin typeface="DM Sans"/>
              <a:ea typeface="DM Sans"/>
              <a:cs typeface="DM Sans"/>
              <a:sym typeface="DM Sans"/>
            </a:endParaRPr>
          </a:p>
        </p:txBody>
      </p:sp>
      <p:sp>
        <p:nvSpPr>
          <p:cNvPr id="463" name="Google Shape;463;p26"/>
          <p:cNvSpPr/>
          <p:nvPr/>
        </p:nvSpPr>
        <p:spPr>
          <a:xfrm>
            <a:off x="6277745" y="1259661"/>
            <a:ext cx="2072100" cy="295800"/>
          </a:xfrm>
          <a:prstGeom prst="rect">
            <a:avLst/>
          </a:prstGeom>
          <a:noFill/>
          <a:ln>
            <a:noFill/>
          </a:ln>
        </p:spPr>
        <p:txBody>
          <a:bodyPr anchorCtr="0" anchor="t" bIns="26625" lIns="36000" spcFirstLastPara="1" rIns="36000" wrap="square" tIns="26625">
            <a:noAutofit/>
          </a:bodyPr>
          <a:lstStyle/>
          <a:p>
            <a:pPr indent="0" lvl="0" marL="0" marR="0" rtl="0" algn="l">
              <a:lnSpc>
                <a:spcPct val="115000"/>
              </a:lnSpc>
              <a:spcBef>
                <a:spcPts val="0"/>
              </a:spcBef>
              <a:spcAft>
                <a:spcPts val="0"/>
              </a:spcAft>
              <a:buClr>
                <a:srgbClr val="000000"/>
              </a:buClr>
              <a:buSzPts val="1200"/>
              <a:buFont typeface="Arial"/>
              <a:buNone/>
            </a:pPr>
            <a:r>
              <a:rPr b="1" lang="en" sz="1300">
                <a:solidFill>
                  <a:srgbClr val="0F2552"/>
                </a:solidFill>
                <a:latin typeface="DM Sans"/>
                <a:ea typeface="DM Sans"/>
                <a:cs typeface="DM Sans"/>
                <a:sym typeface="DM Sans"/>
              </a:rPr>
              <a:t>Go-live</a:t>
            </a:r>
            <a:endParaRPr b="1" sz="1300">
              <a:solidFill>
                <a:srgbClr val="0F2552"/>
              </a:solidFill>
              <a:latin typeface="DM Sans"/>
              <a:ea typeface="DM Sans"/>
              <a:cs typeface="DM Sans"/>
              <a:sym typeface="DM Sans"/>
            </a:endParaRPr>
          </a:p>
          <a:p>
            <a:pPr indent="0" lvl="0" marL="0" marR="0" rtl="0" algn="l">
              <a:lnSpc>
                <a:spcPct val="115000"/>
              </a:lnSpc>
              <a:spcBef>
                <a:spcPts val="400"/>
              </a:spcBef>
              <a:spcAft>
                <a:spcPts val="400"/>
              </a:spcAft>
              <a:buClr>
                <a:srgbClr val="000000"/>
              </a:buClr>
              <a:buSzPts val="1200"/>
              <a:buFont typeface="Arial"/>
              <a:buNone/>
            </a:pPr>
            <a:r>
              <a:t/>
            </a:r>
            <a:endParaRPr b="1" sz="1300">
              <a:solidFill>
                <a:srgbClr val="0F2552"/>
              </a:solidFill>
              <a:latin typeface="DM Sans"/>
              <a:ea typeface="DM Sans"/>
              <a:cs typeface="DM Sans"/>
              <a:sym typeface="DM Sans"/>
            </a:endParaRPr>
          </a:p>
        </p:txBody>
      </p:sp>
      <p:sp>
        <p:nvSpPr>
          <p:cNvPr id="464" name="Google Shape;464;p26"/>
          <p:cNvSpPr txBox="1"/>
          <p:nvPr/>
        </p:nvSpPr>
        <p:spPr>
          <a:xfrm>
            <a:off x="6041045" y="1509074"/>
            <a:ext cx="2573400" cy="1015800"/>
          </a:xfrm>
          <a:prstGeom prst="rect">
            <a:avLst/>
          </a:prstGeom>
          <a:noFill/>
          <a:ln>
            <a:noFill/>
          </a:ln>
        </p:spPr>
        <p:txBody>
          <a:bodyPr anchorCtr="0" anchor="t" bIns="91425" lIns="91425" spcFirstLastPara="1" rIns="91425" wrap="square" tIns="91425">
            <a:spAutoFit/>
          </a:bodyPr>
          <a:lstStyle/>
          <a:p>
            <a:pPr indent="-209550" lvl="0" marL="393700" rtl="0" algn="l">
              <a:lnSpc>
                <a:spcPct val="100000"/>
              </a:lnSpc>
              <a:spcBef>
                <a:spcPts val="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Production Set Up</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Production Data Migration</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Hypercare </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400"/>
              </a:spcAft>
              <a:buClr>
                <a:srgbClr val="0F2552"/>
              </a:buClr>
              <a:buSzPts val="1100"/>
              <a:buFont typeface="DM Sans"/>
              <a:buChar char="●"/>
            </a:pPr>
            <a:r>
              <a:rPr lang="en" sz="1100">
                <a:solidFill>
                  <a:srgbClr val="0F2552"/>
                </a:solidFill>
                <a:latin typeface="DM Sans"/>
                <a:ea typeface="DM Sans"/>
                <a:cs typeface="DM Sans"/>
                <a:sym typeface="DM Sans"/>
              </a:rPr>
              <a:t>Verify Adoption (Round tables)</a:t>
            </a:r>
            <a:endParaRPr sz="1100">
              <a:solidFill>
                <a:srgbClr val="0F2552"/>
              </a:solidFill>
              <a:latin typeface="DM Sans"/>
              <a:ea typeface="DM Sans"/>
              <a:cs typeface="DM Sans"/>
              <a:sym typeface="DM Sans"/>
            </a:endParaRPr>
          </a:p>
        </p:txBody>
      </p:sp>
      <p:sp>
        <p:nvSpPr>
          <p:cNvPr id="465" name="Google Shape;465;p26"/>
          <p:cNvSpPr txBox="1"/>
          <p:nvPr/>
        </p:nvSpPr>
        <p:spPr>
          <a:xfrm>
            <a:off x="5096260" y="3389534"/>
            <a:ext cx="1824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n" sz="1300">
                <a:solidFill>
                  <a:srgbClr val="0F2552"/>
                </a:solidFill>
                <a:latin typeface="DM Sans"/>
                <a:ea typeface="DM Sans"/>
                <a:cs typeface="DM Sans"/>
                <a:sym typeface="DM Sans"/>
              </a:rPr>
              <a:t>UAT &amp; Enablement</a:t>
            </a:r>
            <a:endParaRPr b="1" sz="1300">
              <a:solidFill>
                <a:srgbClr val="0F2552"/>
              </a:solidFill>
              <a:latin typeface="DM Sans"/>
              <a:ea typeface="DM Sans"/>
              <a:cs typeface="DM Sans"/>
              <a:sym typeface="DM Sans"/>
            </a:endParaRPr>
          </a:p>
        </p:txBody>
      </p:sp>
      <p:sp>
        <p:nvSpPr>
          <p:cNvPr id="466" name="Google Shape;466;p26"/>
          <p:cNvSpPr txBox="1"/>
          <p:nvPr/>
        </p:nvSpPr>
        <p:spPr>
          <a:xfrm>
            <a:off x="4906782" y="3706640"/>
            <a:ext cx="3048900" cy="964500"/>
          </a:xfrm>
          <a:prstGeom prst="rect">
            <a:avLst/>
          </a:prstGeom>
          <a:noFill/>
          <a:ln>
            <a:noFill/>
          </a:ln>
        </p:spPr>
        <p:txBody>
          <a:bodyPr anchorCtr="0" anchor="t" bIns="91425" lIns="91425" spcFirstLastPara="1" rIns="91425" wrap="square" tIns="91425">
            <a:spAutoFit/>
          </a:bodyPr>
          <a:lstStyle/>
          <a:p>
            <a:pPr indent="-209550" lvl="0" marL="393700" rtl="0" algn="l">
              <a:lnSpc>
                <a:spcPct val="100000"/>
              </a:lnSpc>
              <a:spcBef>
                <a:spcPts val="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End User UAT</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0"/>
              </a:spcAft>
              <a:buClr>
                <a:srgbClr val="0F2552"/>
              </a:buClr>
              <a:buSzPts val="1100"/>
              <a:buFont typeface="DM Sans"/>
              <a:buChar char="●"/>
            </a:pPr>
            <a:r>
              <a:rPr lang="en" sz="1100">
                <a:solidFill>
                  <a:srgbClr val="0F2552"/>
                </a:solidFill>
                <a:latin typeface="DM Sans"/>
                <a:ea typeface="DM Sans"/>
                <a:cs typeface="DM Sans"/>
                <a:sym typeface="DM Sans"/>
              </a:rPr>
              <a:t>UAT fixes &amp; Sign off</a:t>
            </a:r>
            <a:endParaRPr sz="1100">
              <a:solidFill>
                <a:srgbClr val="0F2552"/>
              </a:solidFill>
              <a:latin typeface="DM Sans"/>
              <a:ea typeface="DM Sans"/>
              <a:cs typeface="DM Sans"/>
              <a:sym typeface="DM Sans"/>
            </a:endParaRPr>
          </a:p>
          <a:p>
            <a:pPr indent="-209550" lvl="0" marL="393700" rtl="0" algn="l">
              <a:lnSpc>
                <a:spcPct val="100000"/>
              </a:lnSpc>
              <a:spcBef>
                <a:spcPts val="400"/>
              </a:spcBef>
              <a:spcAft>
                <a:spcPts val="400"/>
              </a:spcAft>
              <a:buClr>
                <a:srgbClr val="0F2552"/>
              </a:buClr>
              <a:buSzPts val="1100"/>
              <a:buFont typeface="DM Sans"/>
              <a:buChar char="●"/>
            </a:pPr>
            <a:r>
              <a:rPr lang="en" sz="1100">
                <a:solidFill>
                  <a:srgbClr val="0F2552"/>
                </a:solidFill>
                <a:latin typeface="DM Sans"/>
                <a:ea typeface="DM Sans"/>
                <a:cs typeface="DM Sans"/>
                <a:sym typeface="DM Sans"/>
              </a:rPr>
              <a:t>Enablement &amp; Change Management - Sales, Renewals, Finance, Legal</a:t>
            </a:r>
            <a:endParaRPr sz="1100">
              <a:solidFill>
                <a:srgbClr val="0F2552"/>
              </a:solidFill>
              <a:latin typeface="DM Sans"/>
              <a:ea typeface="DM Sans"/>
              <a:cs typeface="DM Sans"/>
              <a:sym typeface="DM Sans"/>
            </a:endParaRPr>
          </a:p>
        </p:txBody>
      </p:sp>
      <p:sp>
        <p:nvSpPr>
          <p:cNvPr id="467" name="Google Shape;467;p26"/>
          <p:cNvSpPr txBox="1"/>
          <p:nvPr/>
        </p:nvSpPr>
        <p:spPr>
          <a:xfrm>
            <a:off x="621971" y="1214677"/>
            <a:ext cx="295800" cy="2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091BF"/>
                </a:solidFill>
                <a:latin typeface="Source Serif 4 Medium"/>
                <a:ea typeface="Source Serif 4 Medium"/>
                <a:cs typeface="Source Serif 4 Medium"/>
                <a:sym typeface="Source Serif 4 Medium"/>
              </a:rPr>
              <a:t>1</a:t>
            </a:r>
            <a:endParaRPr>
              <a:solidFill>
                <a:srgbClr val="6091BF"/>
              </a:solidFill>
              <a:latin typeface="Source Serif 4 Medium"/>
              <a:ea typeface="Source Serif 4 Medium"/>
              <a:cs typeface="Source Serif 4 Medium"/>
              <a:sym typeface="Source Serif 4 Medium"/>
            </a:endParaRPr>
          </a:p>
        </p:txBody>
      </p:sp>
      <p:sp>
        <p:nvSpPr>
          <p:cNvPr id="468" name="Google Shape;468;p26"/>
          <p:cNvSpPr/>
          <p:nvPr/>
        </p:nvSpPr>
        <p:spPr>
          <a:xfrm>
            <a:off x="1684786" y="3431334"/>
            <a:ext cx="295800" cy="295800"/>
          </a:xfrm>
          <a:prstGeom prst="ellipse">
            <a:avLst/>
          </a:prstGeom>
          <a:solidFill>
            <a:srgbClr val="FFFFFF"/>
          </a:solid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sz="500">
              <a:solidFill>
                <a:srgbClr val="6091BF"/>
              </a:solidFill>
              <a:latin typeface="Source Serif 4 SemiBold"/>
              <a:ea typeface="Source Serif 4 SemiBold"/>
              <a:cs typeface="Source Serif 4 SemiBold"/>
              <a:sym typeface="Source Serif 4 SemiBold"/>
            </a:endParaRPr>
          </a:p>
        </p:txBody>
      </p:sp>
      <p:sp>
        <p:nvSpPr>
          <p:cNvPr id="469" name="Google Shape;469;p26"/>
          <p:cNvSpPr txBox="1"/>
          <p:nvPr/>
        </p:nvSpPr>
        <p:spPr>
          <a:xfrm>
            <a:off x="1690508" y="3374138"/>
            <a:ext cx="295800" cy="2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091BF"/>
                </a:solidFill>
                <a:latin typeface="Source Serif 4 Medium"/>
                <a:ea typeface="Source Serif 4 Medium"/>
                <a:cs typeface="Source Serif 4 Medium"/>
                <a:sym typeface="Source Serif 4 Medium"/>
              </a:rPr>
              <a:t>2</a:t>
            </a:r>
            <a:endParaRPr>
              <a:solidFill>
                <a:srgbClr val="6091BF"/>
              </a:solidFill>
              <a:latin typeface="Source Serif 4 Medium"/>
              <a:ea typeface="Source Serif 4 Medium"/>
              <a:cs typeface="Source Serif 4 Medium"/>
              <a:sym typeface="Source Serif 4 Medium"/>
            </a:endParaRPr>
          </a:p>
        </p:txBody>
      </p:sp>
      <p:sp>
        <p:nvSpPr>
          <p:cNvPr id="470" name="Google Shape;470;p26"/>
          <p:cNvSpPr/>
          <p:nvPr/>
        </p:nvSpPr>
        <p:spPr>
          <a:xfrm>
            <a:off x="3064366" y="1271874"/>
            <a:ext cx="295800" cy="295800"/>
          </a:xfrm>
          <a:prstGeom prst="ellipse">
            <a:avLst/>
          </a:prstGeom>
          <a:solidFill>
            <a:srgbClr val="FCFDFF"/>
          </a:solid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sz="500">
              <a:solidFill>
                <a:srgbClr val="6091BF"/>
              </a:solidFill>
              <a:latin typeface="Source Serif 4 SemiBold"/>
              <a:ea typeface="Source Serif 4 SemiBold"/>
              <a:cs typeface="Source Serif 4 SemiBold"/>
              <a:sym typeface="Source Serif 4 SemiBold"/>
            </a:endParaRPr>
          </a:p>
        </p:txBody>
      </p:sp>
      <p:sp>
        <p:nvSpPr>
          <p:cNvPr id="471" name="Google Shape;471;p26"/>
          <p:cNvSpPr txBox="1"/>
          <p:nvPr/>
        </p:nvSpPr>
        <p:spPr>
          <a:xfrm>
            <a:off x="3070088" y="1214677"/>
            <a:ext cx="295800" cy="2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091BF"/>
                </a:solidFill>
                <a:latin typeface="Source Serif 4 Medium"/>
                <a:ea typeface="Source Serif 4 Medium"/>
                <a:cs typeface="Source Serif 4 Medium"/>
                <a:sym typeface="Source Serif 4 Medium"/>
              </a:rPr>
              <a:t>3</a:t>
            </a:r>
            <a:endParaRPr>
              <a:solidFill>
                <a:srgbClr val="6091BF"/>
              </a:solidFill>
              <a:latin typeface="Source Serif 4 Medium"/>
              <a:ea typeface="Source Serif 4 Medium"/>
              <a:cs typeface="Source Serif 4 Medium"/>
              <a:sym typeface="Source Serif 4 Medium"/>
            </a:endParaRPr>
          </a:p>
        </p:txBody>
      </p:sp>
      <p:sp>
        <p:nvSpPr>
          <p:cNvPr id="472" name="Google Shape;472;p26"/>
          <p:cNvSpPr/>
          <p:nvPr/>
        </p:nvSpPr>
        <p:spPr>
          <a:xfrm>
            <a:off x="5891465" y="1271874"/>
            <a:ext cx="295800" cy="295800"/>
          </a:xfrm>
          <a:prstGeom prst="ellipse">
            <a:avLst/>
          </a:prstGeom>
          <a:solidFill>
            <a:srgbClr val="FCFDFF"/>
          </a:solid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sz="500">
              <a:solidFill>
                <a:srgbClr val="6091BF"/>
              </a:solidFill>
              <a:latin typeface="Source Serif 4 SemiBold"/>
              <a:ea typeface="Source Serif 4 SemiBold"/>
              <a:cs typeface="Source Serif 4 SemiBold"/>
              <a:sym typeface="Source Serif 4 SemiBold"/>
            </a:endParaRPr>
          </a:p>
        </p:txBody>
      </p:sp>
      <p:sp>
        <p:nvSpPr>
          <p:cNvPr id="473" name="Google Shape;473;p26"/>
          <p:cNvSpPr txBox="1"/>
          <p:nvPr/>
        </p:nvSpPr>
        <p:spPr>
          <a:xfrm>
            <a:off x="5897187" y="1214677"/>
            <a:ext cx="295800" cy="2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091BF"/>
                </a:solidFill>
                <a:latin typeface="Source Serif 4 Medium"/>
                <a:ea typeface="Source Serif 4 Medium"/>
                <a:cs typeface="Source Serif 4 Medium"/>
                <a:sym typeface="Source Serif 4 Medium"/>
              </a:rPr>
              <a:t>5</a:t>
            </a:r>
            <a:endParaRPr>
              <a:solidFill>
                <a:srgbClr val="6091BF"/>
              </a:solidFill>
              <a:latin typeface="Source Serif 4 Medium"/>
              <a:ea typeface="Source Serif 4 Medium"/>
              <a:cs typeface="Source Serif 4 Medium"/>
              <a:sym typeface="Source Serif 4 Medium"/>
            </a:endParaRPr>
          </a:p>
        </p:txBody>
      </p:sp>
      <p:sp>
        <p:nvSpPr>
          <p:cNvPr id="474" name="Google Shape;474;p26"/>
          <p:cNvSpPr/>
          <p:nvPr/>
        </p:nvSpPr>
        <p:spPr>
          <a:xfrm>
            <a:off x="4749764" y="3431334"/>
            <a:ext cx="295800" cy="295800"/>
          </a:xfrm>
          <a:prstGeom prst="ellipse">
            <a:avLst/>
          </a:prstGeom>
          <a:solidFill>
            <a:srgbClr val="FCFDFF"/>
          </a:solid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sz="500">
              <a:solidFill>
                <a:srgbClr val="6091BF"/>
              </a:solidFill>
              <a:latin typeface="Source Serif 4 SemiBold"/>
              <a:ea typeface="Source Serif 4 SemiBold"/>
              <a:cs typeface="Source Serif 4 SemiBold"/>
              <a:sym typeface="Source Serif 4 SemiBold"/>
            </a:endParaRPr>
          </a:p>
        </p:txBody>
      </p:sp>
      <p:sp>
        <p:nvSpPr>
          <p:cNvPr id="475" name="Google Shape;475;p26"/>
          <p:cNvSpPr txBox="1"/>
          <p:nvPr/>
        </p:nvSpPr>
        <p:spPr>
          <a:xfrm>
            <a:off x="4755485" y="3374138"/>
            <a:ext cx="295800" cy="2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091BF"/>
                </a:solidFill>
                <a:latin typeface="Source Serif 4 Medium"/>
                <a:ea typeface="Source Serif 4 Medium"/>
                <a:cs typeface="Source Serif 4 Medium"/>
                <a:sym typeface="Source Serif 4 Medium"/>
              </a:rPr>
              <a:t>4</a:t>
            </a:r>
            <a:endParaRPr>
              <a:solidFill>
                <a:srgbClr val="6091BF"/>
              </a:solidFill>
              <a:latin typeface="Source Serif 4 Medium"/>
              <a:ea typeface="Source Serif 4 Medium"/>
              <a:cs typeface="Source Serif 4 Medium"/>
              <a:sym typeface="Source Serif 4 Medium"/>
            </a:endParaRPr>
          </a:p>
        </p:txBody>
      </p:sp>
      <p:sp>
        <p:nvSpPr>
          <p:cNvPr id="476" name="Google Shape;476;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7"/>
          <p:cNvSpPr txBox="1"/>
          <p:nvPr>
            <p:ph type="title"/>
          </p:nvPr>
        </p:nvSpPr>
        <p:spPr>
          <a:xfrm>
            <a:off x="334650" y="180975"/>
            <a:ext cx="7645800" cy="5148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Typical Implementation </a:t>
            </a:r>
            <a:r>
              <a:rPr lang="en"/>
              <a:t>Timeline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482" name="Google Shape;482;p27"/>
          <p:cNvSpPr/>
          <p:nvPr/>
        </p:nvSpPr>
        <p:spPr>
          <a:xfrm>
            <a:off x="2103120" y="911094"/>
            <a:ext cx="6629400" cy="237600"/>
          </a:xfrm>
          <a:prstGeom prst="rect">
            <a:avLst/>
          </a:prstGeom>
          <a:solidFill>
            <a:srgbClr val="0F1F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DM Sans"/>
              <a:ea typeface="DM Sans"/>
              <a:cs typeface="DM Sans"/>
              <a:sym typeface="DM Sans"/>
            </a:endParaRPr>
          </a:p>
        </p:txBody>
      </p:sp>
      <p:sp>
        <p:nvSpPr>
          <p:cNvPr id="483" name="Google Shape;483;p27"/>
          <p:cNvSpPr/>
          <p:nvPr/>
        </p:nvSpPr>
        <p:spPr>
          <a:xfrm>
            <a:off x="2103120" y="911094"/>
            <a:ext cx="20718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C8C8"/>
              </a:buClr>
              <a:buSzPts val="800"/>
              <a:buFont typeface="Calibri"/>
              <a:buNone/>
            </a:pPr>
            <a:r>
              <a:rPr b="1" i="0" lang="en" sz="1000" u="none" cap="none" strike="noStrike">
                <a:solidFill>
                  <a:srgbClr val="5EC8C8"/>
                </a:solidFill>
                <a:latin typeface="DM Sans"/>
                <a:ea typeface="DM Sans"/>
                <a:cs typeface="DM Sans"/>
                <a:sym typeface="DM Sans"/>
              </a:rPr>
              <a:t>Early Phase</a:t>
            </a:r>
            <a:endParaRPr i="0" sz="1000" u="none" cap="none" strike="noStrike">
              <a:solidFill>
                <a:srgbClr val="000000"/>
              </a:solidFill>
              <a:latin typeface="DM Sans"/>
              <a:ea typeface="DM Sans"/>
              <a:cs typeface="DM Sans"/>
              <a:sym typeface="DM Sans"/>
            </a:endParaRPr>
          </a:p>
        </p:txBody>
      </p:sp>
      <p:sp>
        <p:nvSpPr>
          <p:cNvPr id="484" name="Google Shape;484;p27"/>
          <p:cNvSpPr/>
          <p:nvPr/>
        </p:nvSpPr>
        <p:spPr>
          <a:xfrm>
            <a:off x="4174808" y="911094"/>
            <a:ext cx="2900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C8C8"/>
              </a:buClr>
              <a:buSzPts val="800"/>
              <a:buFont typeface="Calibri"/>
              <a:buNone/>
            </a:pPr>
            <a:r>
              <a:rPr b="1" i="0" lang="en" sz="1000" u="none" cap="none" strike="noStrike">
                <a:solidFill>
                  <a:srgbClr val="5EC8C8"/>
                </a:solidFill>
                <a:latin typeface="DM Sans"/>
                <a:ea typeface="DM Sans"/>
                <a:cs typeface="DM Sans"/>
                <a:sym typeface="DM Sans"/>
              </a:rPr>
              <a:t>Core Implementation</a:t>
            </a:r>
            <a:endParaRPr i="0" sz="1000" u="none" cap="none" strike="noStrike">
              <a:solidFill>
                <a:srgbClr val="000000"/>
              </a:solidFill>
              <a:latin typeface="DM Sans"/>
              <a:ea typeface="DM Sans"/>
              <a:cs typeface="DM Sans"/>
              <a:sym typeface="DM Sans"/>
            </a:endParaRPr>
          </a:p>
        </p:txBody>
      </p:sp>
      <p:sp>
        <p:nvSpPr>
          <p:cNvPr id="485" name="Google Shape;485;p27"/>
          <p:cNvSpPr/>
          <p:nvPr/>
        </p:nvSpPr>
        <p:spPr>
          <a:xfrm>
            <a:off x="4174808" y="911094"/>
            <a:ext cx="11100" cy="237600"/>
          </a:xfrm>
          <a:prstGeom prst="rect">
            <a:avLst/>
          </a:prstGeom>
          <a:solidFill>
            <a:srgbClr val="263E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DM Sans"/>
              <a:ea typeface="DM Sans"/>
              <a:cs typeface="DM Sans"/>
              <a:sym typeface="DM Sans"/>
            </a:endParaRPr>
          </a:p>
        </p:txBody>
      </p:sp>
      <p:sp>
        <p:nvSpPr>
          <p:cNvPr id="486" name="Google Shape;486;p27"/>
          <p:cNvSpPr/>
          <p:nvPr/>
        </p:nvSpPr>
        <p:spPr>
          <a:xfrm>
            <a:off x="7075170" y="911094"/>
            <a:ext cx="16575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C8C8"/>
              </a:buClr>
              <a:buSzPts val="800"/>
              <a:buFont typeface="Calibri"/>
              <a:buNone/>
            </a:pPr>
            <a:r>
              <a:rPr b="1" i="0" lang="en" sz="1000" u="none" cap="none" strike="noStrike">
                <a:solidFill>
                  <a:srgbClr val="5EC8C8"/>
                </a:solidFill>
                <a:latin typeface="DM Sans"/>
                <a:ea typeface="DM Sans"/>
                <a:cs typeface="DM Sans"/>
                <a:sym typeface="DM Sans"/>
              </a:rPr>
              <a:t>Launch</a:t>
            </a:r>
            <a:endParaRPr i="0" sz="1000" u="none" cap="none" strike="noStrike">
              <a:solidFill>
                <a:srgbClr val="000000"/>
              </a:solidFill>
              <a:latin typeface="DM Sans"/>
              <a:ea typeface="DM Sans"/>
              <a:cs typeface="DM Sans"/>
              <a:sym typeface="DM Sans"/>
            </a:endParaRPr>
          </a:p>
        </p:txBody>
      </p:sp>
      <p:sp>
        <p:nvSpPr>
          <p:cNvPr id="487" name="Google Shape;487;p27"/>
          <p:cNvSpPr/>
          <p:nvPr/>
        </p:nvSpPr>
        <p:spPr>
          <a:xfrm>
            <a:off x="7075170" y="911094"/>
            <a:ext cx="11100" cy="237600"/>
          </a:xfrm>
          <a:prstGeom prst="rect">
            <a:avLst/>
          </a:prstGeom>
          <a:solidFill>
            <a:srgbClr val="263E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latin typeface="DM Sans"/>
              <a:ea typeface="DM Sans"/>
              <a:cs typeface="DM Sans"/>
              <a:sym typeface="DM Sans"/>
            </a:endParaRPr>
          </a:p>
        </p:txBody>
      </p:sp>
      <p:sp>
        <p:nvSpPr>
          <p:cNvPr id="488" name="Google Shape;488;p27"/>
          <p:cNvSpPr/>
          <p:nvPr/>
        </p:nvSpPr>
        <p:spPr>
          <a:xfrm>
            <a:off x="411475" y="1506076"/>
            <a:ext cx="8321100" cy="352800"/>
          </a:xfrm>
          <a:prstGeom prst="rect">
            <a:avLst/>
          </a:prstGeom>
          <a:solidFill>
            <a:srgbClr val="FFFFFF"/>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89" name="Google Shape;489;p27"/>
          <p:cNvSpPr/>
          <p:nvPr/>
        </p:nvSpPr>
        <p:spPr>
          <a:xfrm>
            <a:off x="411475" y="1858919"/>
            <a:ext cx="8321100" cy="352800"/>
          </a:xfrm>
          <a:prstGeom prst="rect">
            <a:avLst/>
          </a:prstGeom>
          <a:solidFill>
            <a:srgbClr val="F4F7FB"/>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0" name="Google Shape;490;p27"/>
          <p:cNvSpPr/>
          <p:nvPr/>
        </p:nvSpPr>
        <p:spPr>
          <a:xfrm>
            <a:off x="411475" y="2211763"/>
            <a:ext cx="8321100" cy="352800"/>
          </a:xfrm>
          <a:prstGeom prst="rect">
            <a:avLst/>
          </a:prstGeom>
          <a:solidFill>
            <a:srgbClr val="FFFFFF"/>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1" name="Google Shape;491;p27"/>
          <p:cNvSpPr/>
          <p:nvPr/>
        </p:nvSpPr>
        <p:spPr>
          <a:xfrm>
            <a:off x="411475" y="2564606"/>
            <a:ext cx="8321100" cy="352800"/>
          </a:xfrm>
          <a:prstGeom prst="rect">
            <a:avLst/>
          </a:prstGeom>
          <a:solidFill>
            <a:srgbClr val="F4F7FB"/>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2" name="Google Shape;492;p27"/>
          <p:cNvSpPr/>
          <p:nvPr/>
        </p:nvSpPr>
        <p:spPr>
          <a:xfrm>
            <a:off x="411475" y="2917450"/>
            <a:ext cx="8321100" cy="352800"/>
          </a:xfrm>
          <a:prstGeom prst="rect">
            <a:avLst/>
          </a:prstGeom>
          <a:solidFill>
            <a:srgbClr val="FFFFFF"/>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3" name="Google Shape;493;p27"/>
          <p:cNvSpPr/>
          <p:nvPr/>
        </p:nvSpPr>
        <p:spPr>
          <a:xfrm>
            <a:off x="411475" y="3270293"/>
            <a:ext cx="8321100" cy="352800"/>
          </a:xfrm>
          <a:prstGeom prst="rect">
            <a:avLst/>
          </a:prstGeom>
          <a:solidFill>
            <a:srgbClr val="F4F7FB"/>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4" name="Google Shape;494;p27"/>
          <p:cNvSpPr/>
          <p:nvPr/>
        </p:nvSpPr>
        <p:spPr>
          <a:xfrm>
            <a:off x="411475" y="3623137"/>
            <a:ext cx="8321100" cy="352800"/>
          </a:xfrm>
          <a:prstGeom prst="rect">
            <a:avLst/>
          </a:prstGeom>
          <a:solidFill>
            <a:srgbClr val="FFFFFF"/>
          </a:solidFill>
          <a:ln cap="flat" cmpd="sng" w="9525">
            <a:solidFill>
              <a:srgbClr val="D4E0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5" name="Google Shape;495;p27"/>
          <p:cNvSpPr/>
          <p:nvPr/>
        </p:nvSpPr>
        <p:spPr>
          <a:xfrm>
            <a:off x="2103117"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7"/>
          <p:cNvSpPr/>
          <p:nvPr/>
        </p:nvSpPr>
        <p:spPr>
          <a:xfrm>
            <a:off x="2517456"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7"/>
          <p:cNvSpPr/>
          <p:nvPr/>
        </p:nvSpPr>
        <p:spPr>
          <a:xfrm>
            <a:off x="2931793"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
          <p:cNvSpPr/>
          <p:nvPr/>
        </p:nvSpPr>
        <p:spPr>
          <a:xfrm>
            <a:off x="3346132"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7"/>
          <p:cNvSpPr/>
          <p:nvPr/>
        </p:nvSpPr>
        <p:spPr>
          <a:xfrm>
            <a:off x="3760469"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7"/>
          <p:cNvSpPr/>
          <p:nvPr/>
        </p:nvSpPr>
        <p:spPr>
          <a:xfrm>
            <a:off x="4174808"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7"/>
          <p:cNvSpPr/>
          <p:nvPr/>
        </p:nvSpPr>
        <p:spPr>
          <a:xfrm>
            <a:off x="4589145"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7"/>
          <p:cNvSpPr/>
          <p:nvPr/>
        </p:nvSpPr>
        <p:spPr>
          <a:xfrm>
            <a:off x="5003484"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7"/>
          <p:cNvSpPr/>
          <p:nvPr/>
        </p:nvSpPr>
        <p:spPr>
          <a:xfrm>
            <a:off x="5417821"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7"/>
          <p:cNvSpPr/>
          <p:nvPr/>
        </p:nvSpPr>
        <p:spPr>
          <a:xfrm>
            <a:off x="5832160"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6246497"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7"/>
          <p:cNvSpPr/>
          <p:nvPr/>
        </p:nvSpPr>
        <p:spPr>
          <a:xfrm>
            <a:off x="6660836"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7"/>
          <p:cNvSpPr/>
          <p:nvPr/>
        </p:nvSpPr>
        <p:spPr>
          <a:xfrm>
            <a:off x="7075173"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7"/>
          <p:cNvSpPr/>
          <p:nvPr/>
        </p:nvSpPr>
        <p:spPr>
          <a:xfrm>
            <a:off x="7489512"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a:off x="7903849"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a:off x="8318187"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8732525" y="1506076"/>
            <a:ext cx="6300" cy="2469900"/>
          </a:xfrm>
          <a:prstGeom prst="rect">
            <a:avLst/>
          </a:prstGeom>
          <a:solidFill>
            <a:srgbClr val="D4E0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411475" y="1506076"/>
            <a:ext cx="1600200" cy="352800"/>
          </a:xfrm>
          <a:prstGeom prst="rect">
            <a:avLst/>
          </a:prstGeom>
          <a:noFill/>
          <a:ln>
            <a:noFill/>
          </a:ln>
        </p:spPr>
        <p:txBody>
          <a:bodyPr anchorCtr="0" anchor="ctr" bIns="0" lIns="0" spcFirstLastPara="1" rIns="0" wrap="square" tIns="0">
            <a:noAutofit/>
          </a:bodyPr>
          <a:lstStyle/>
          <a:p>
            <a:pPr indent="0" lvl="0" marL="57150" marR="0" rtl="0" algn="l">
              <a:spcBef>
                <a:spcPts val="0"/>
              </a:spcBef>
              <a:spcAft>
                <a:spcPts val="0"/>
              </a:spcAft>
              <a:buClr>
                <a:srgbClr val="0F1F4B"/>
              </a:buClr>
              <a:buSzPts val="1050"/>
              <a:buFont typeface="Calibri"/>
              <a:buNone/>
            </a:pPr>
            <a:r>
              <a:rPr b="0" i="0" lang="en" sz="1250" u="none" cap="none" strike="noStrike">
                <a:solidFill>
                  <a:srgbClr val="0F1F4B"/>
                </a:solidFill>
                <a:latin typeface="Calibri"/>
                <a:ea typeface="Calibri"/>
                <a:cs typeface="Calibri"/>
                <a:sym typeface="Calibri"/>
              </a:rPr>
              <a:t>Initiation &amp; </a:t>
            </a:r>
            <a:r>
              <a:rPr lang="en" sz="1250">
                <a:solidFill>
                  <a:srgbClr val="0F1F4B"/>
                </a:solidFill>
                <a:latin typeface="Calibri"/>
                <a:ea typeface="Calibri"/>
                <a:cs typeface="Calibri"/>
                <a:sym typeface="Calibri"/>
              </a:rPr>
              <a:t>Preparation</a:t>
            </a:r>
            <a:endParaRPr b="0" i="0" sz="1250" u="none" cap="none" strike="noStrike">
              <a:solidFill>
                <a:srgbClr val="000000"/>
              </a:solidFill>
              <a:latin typeface="Calibri"/>
              <a:ea typeface="Calibri"/>
              <a:cs typeface="Calibri"/>
              <a:sym typeface="Calibri"/>
            </a:endParaRPr>
          </a:p>
        </p:txBody>
      </p:sp>
      <p:sp>
        <p:nvSpPr>
          <p:cNvPr id="513" name="Google Shape;513;p27"/>
          <p:cNvSpPr/>
          <p:nvPr/>
        </p:nvSpPr>
        <p:spPr>
          <a:xfrm>
            <a:off x="411475" y="1858919"/>
            <a:ext cx="1600200" cy="352800"/>
          </a:xfrm>
          <a:prstGeom prst="rect">
            <a:avLst/>
          </a:prstGeom>
          <a:noFill/>
          <a:ln>
            <a:noFill/>
          </a:ln>
        </p:spPr>
        <p:txBody>
          <a:bodyPr anchorCtr="0" anchor="ctr" bIns="0" lIns="0" spcFirstLastPara="1" rIns="0" wrap="square" tIns="0">
            <a:noAutofit/>
          </a:bodyPr>
          <a:lstStyle/>
          <a:p>
            <a:pPr indent="0" lvl="0" marL="57150" marR="0" rtl="0" algn="l">
              <a:spcBef>
                <a:spcPts val="0"/>
              </a:spcBef>
              <a:spcAft>
                <a:spcPts val="0"/>
              </a:spcAft>
              <a:buClr>
                <a:srgbClr val="0F1F4B"/>
              </a:buClr>
              <a:buSzPts val="1050"/>
              <a:buFont typeface="Calibri"/>
              <a:buNone/>
            </a:pPr>
            <a:r>
              <a:rPr b="0" i="0" lang="en" sz="1250" u="none" cap="none" strike="noStrike">
                <a:solidFill>
                  <a:srgbClr val="0F1F4B"/>
                </a:solidFill>
                <a:latin typeface="Calibri"/>
                <a:ea typeface="Calibri"/>
                <a:cs typeface="Calibri"/>
                <a:sym typeface="Calibri"/>
              </a:rPr>
              <a:t>Analysis &amp; Design</a:t>
            </a:r>
            <a:endParaRPr b="0" i="0" sz="1250" u="none" cap="none" strike="noStrike">
              <a:solidFill>
                <a:srgbClr val="000000"/>
              </a:solidFill>
              <a:latin typeface="Calibri"/>
              <a:ea typeface="Calibri"/>
              <a:cs typeface="Calibri"/>
              <a:sym typeface="Calibri"/>
            </a:endParaRPr>
          </a:p>
        </p:txBody>
      </p:sp>
      <p:sp>
        <p:nvSpPr>
          <p:cNvPr id="514" name="Google Shape;514;p27"/>
          <p:cNvSpPr/>
          <p:nvPr/>
        </p:nvSpPr>
        <p:spPr>
          <a:xfrm>
            <a:off x="411475" y="2211763"/>
            <a:ext cx="1600200" cy="352800"/>
          </a:xfrm>
          <a:prstGeom prst="rect">
            <a:avLst/>
          </a:prstGeom>
          <a:noFill/>
          <a:ln>
            <a:noFill/>
          </a:ln>
        </p:spPr>
        <p:txBody>
          <a:bodyPr anchorCtr="0" anchor="ctr" bIns="0" lIns="0" spcFirstLastPara="1" rIns="0" wrap="square" tIns="0">
            <a:noAutofit/>
          </a:bodyPr>
          <a:lstStyle/>
          <a:p>
            <a:pPr indent="0" lvl="0" marL="57150" marR="0" rtl="0" algn="l">
              <a:lnSpc>
                <a:spcPct val="100000"/>
              </a:lnSpc>
              <a:spcBef>
                <a:spcPts val="0"/>
              </a:spcBef>
              <a:spcAft>
                <a:spcPts val="0"/>
              </a:spcAft>
              <a:buClr>
                <a:srgbClr val="0F1F4B"/>
              </a:buClr>
              <a:buSzPts val="1050"/>
              <a:buFont typeface="Calibri"/>
              <a:buNone/>
            </a:pPr>
            <a:r>
              <a:rPr b="0" i="0" lang="en" sz="1250" u="none" cap="none" strike="noStrike">
                <a:solidFill>
                  <a:srgbClr val="0F1F4B"/>
                </a:solidFill>
                <a:latin typeface="Calibri"/>
                <a:ea typeface="Calibri"/>
                <a:cs typeface="Calibri"/>
                <a:sym typeface="Calibri"/>
              </a:rPr>
              <a:t>System </a:t>
            </a:r>
            <a:r>
              <a:rPr lang="en" sz="1250">
                <a:solidFill>
                  <a:srgbClr val="0F1F4B"/>
                </a:solidFill>
                <a:latin typeface="Calibri"/>
                <a:ea typeface="Calibri"/>
                <a:cs typeface="Calibri"/>
                <a:sym typeface="Calibri"/>
              </a:rPr>
              <a:t>Set</a:t>
            </a:r>
            <a:r>
              <a:rPr b="0" i="0" lang="en" sz="1250" u="none" cap="none" strike="noStrike">
                <a:solidFill>
                  <a:srgbClr val="0F1F4B"/>
                </a:solidFill>
                <a:latin typeface="Calibri"/>
                <a:ea typeface="Calibri"/>
                <a:cs typeface="Calibri"/>
                <a:sym typeface="Calibri"/>
              </a:rPr>
              <a:t> Up</a:t>
            </a:r>
            <a:endParaRPr b="0" i="0" sz="1250" u="none" cap="none" strike="noStrike">
              <a:solidFill>
                <a:srgbClr val="000000"/>
              </a:solidFill>
              <a:latin typeface="Calibri"/>
              <a:ea typeface="Calibri"/>
              <a:cs typeface="Calibri"/>
              <a:sym typeface="Calibri"/>
            </a:endParaRPr>
          </a:p>
        </p:txBody>
      </p:sp>
      <p:sp>
        <p:nvSpPr>
          <p:cNvPr id="515" name="Google Shape;515;p27"/>
          <p:cNvSpPr/>
          <p:nvPr/>
        </p:nvSpPr>
        <p:spPr>
          <a:xfrm>
            <a:off x="411475" y="2564606"/>
            <a:ext cx="1600200" cy="352800"/>
          </a:xfrm>
          <a:prstGeom prst="rect">
            <a:avLst/>
          </a:prstGeom>
          <a:noFill/>
          <a:ln>
            <a:noFill/>
          </a:ln>
        </p:spPr>
        <p:txBody>
          <a:bodyPr anchorCtr="0" anchor="ctr" bIns="0" lIns="0" spcFirstLastPara="1" rIns="0" wrap="square" tIns="0">
            <a:noAutofit/>
          </a:bodyPr>
          <a:lstStyle/>
          <a:p>
            <a:pPr indent="0" lvl="0" marL="57150" marR="0" rtl="0" algn="l">
              <a:lnSpc>
                <a:spcPct val="100000"/>
              </a:lnSpc>
              <a:spcBef>
                <a:spcPts val="0"/>
              </a:spcBef>
              <a:spcAft>
                <a:spcPts val="0"/>
              </a:spcAft>
              <a:buClr>
                <a:srgbClr val="0F1F4B"/>
              </a:buClr>
              <a:buSzPts val="1050"/>
              <a:buFont typeface="Calibri"/>
              <a:buNone/>
            </a:pPr>
            <a:r>
              <a:rPr lang="en" sz="1250">
                <a:solidFill>
                  <a:srgbClr val="0F1F4B"/>
                </a:solidFill>
                <a:latin typeface="Calibri"/>
                <a:ea typeface="Calibri"/>
                <a:cs typeface="Calibri"/>
                <a:sym typeface="Calibri"/>
              </a:rPr>
              <a:t>Data Migration</a:t>
            </a:r>
            <a:endParaRPr sz="1250">
              <a:solidFill>
                <a:srgbClr val="0F1F4B"/>
              </a:solidFill>
              <a:latin typeface="Calibri"/>
              <a:ea typeface="Calibri"/>
              <a:cs typeface="Calibri"/>
              <a:sym typeface="Calibri"/>
            </a:endParaRPr>
          </a:p>
        </p:txBody>
      </p:sp>
      <p:sp>
        <p:nvSpPr>
          <p:cNvPr id="516" name="Google Shape;516;p27"/>
          <p:cNvSpPr/>
          <p:nvPr/>
        </p:nvSpPr>
        <p:spPr>
          <a:xfrm>
            <a:off x="411475" y="2917450"/>
            <a:ext cx="1600200" cy="352800"/>
          </a:xfrm>
          <a:prstGeom prst="rect">
            <a:avLst/>
          </a:prstGeom>
          <a:noFill/>
          <a:ln>
            <a:noFill/>
          </a:ln>
        </p:spPr>
        <p:txBody>
          <a:bodyPr anchorCtr="0" anchor="ctr" bIns="0" lIns="0" spcFirstLastPara="1" rIns="0" wrap="square" tIns="0">
            <a:noAutofit/>
          </a:bodyPr>
          <a:lstStyle/>
          <a:p>
            <a:pPr indent="0" lvl="0" marL="57150" marR="0" rtl="0" algn="l">
              <a:lnSpc>
                <a:spcPct val="100000"/>
              </a:lnSpc>
              <a:spcBef>
                <a:spcPts val="0"/>
              </a:spcBef>
              <a:spcAft>
                <a:spcPts val="0"/>
              </a:spcAft>
              <a:buClr>
                <a:srgbClr val="0F1F4B"/>
              </a:buClr>
              <a:buSzPts val="1050"/>
              <a:buFont typeface="Calibri"/>
              <a:buNone/>
            </a:pPr>
            <a:r>
              <a:rPr b="0" i="0" lang="en" sz="1250" u="none" cap="none" strike="noStrike">
                <a:solidFill>
                  <a:srgbClr val="0F1F4B"/>
                </a:solidFill>
                <a:latin typeface="Calibri"/>
                <a:ea typeface="Calibri"/>
                <a:cs typeface="Calibri"/>
                <a:sym typeface="Calibri"/>
              </a:rPr>
              <a:t>UAT </a:t>
            </a:r>
            <a:r>
              <a:rPr lang="en" sz="1250">
                <a:solidFill>
                  <a:srgbClr val="0F1F4B"/>
                </a:solidFill>
                <a:latin typeface="Calibri"/>
                <a:ea typeface="Calibri"/>
                <a:cs typeface="Calibri"/>
                <a:sym typeface="Calibri"/>
              </a:rPr>
              <a:t>&amp; </a:t>
            </a:r>
            <a:r>
              <a:rPr b="0" i="0" lang="en" sz="1250" u="none" cap="none" strike="noStrike">
                <a:solidFill>
                  <a:srgbClr val="0F1F4B"/>
                </a:solidFill>
                <a:latin typeface="Calibri"/>
                <a:ea typeface="Calibri"/>
                <a:cs typeface="Calibri"/>
                <a:sym typeface="Calibri"/>
              </a:rPr>
              <a:t>Enablement</a:t>
            </a:r>
            <a:endParaRPr b="0" i="0" sz="1250" u="none" cap="none" strike="noStrike">
              <a:solidFill>
                <a:srgbClr val="000000"/>
              </a:solidFill>
              <a:latin typeface="Calibri"/>
              <a:ea typeface="Calibri"/>
              <a:cs typeface="Calibri"/>
              <a:sym typeface="Calibri"/>
            </a:endParaRPr>
          </a:p>
        </p:txBody>
      </p:sp>
      <p:sp>
        <p:nvSpPr>
          <p:cNvPr id="517" name="Google Shape;517;p27"/>
          <p:cNvSpPr/>
          <p:nvPr/>
        </p:nvSpPr>
        <p:spPr>
          <a:xfrm>
            <a:off x="411475" y="3270293"/>
            <a:ext cx="1600200" cy="352800"/>
          </a:xfrm>
          <a:prstGeom prst="rect">
            <a:avLst/>
          </a:prstGeom>
          <a:noFill/>
          <a:ln>
            <a:noFill/>
          </a:ln>
        </p:spPr>
        <p:txBody>
          <a:bodyPr anchorCtr="0" anchor="ctr" bIns="0" lIns="0" spcFirstLastPara="1" rIns="0" wrap="square" tIns="0">
            <a:noAutofit/>
          </a:bodyPr>
          <a:lstStyle/>
          <a:p>
            <a:pPr indent="0" lvl="0" marL="57150" marR="0" rtl="0" algn="l">
              <a:lnSpc>
                <a:spcPct val="100000"/>
              </a:lnSpc>
              <a:spcBef>
                <a:spcPts val="0"/>
              </a:spcBef>
              <a:spcAft>
                <a:spcPts val="0"/>
              </a:spcAft>
              <a:buClr>
                <a:srgbClr val="0F1F4B"/>
              </a:buClr>
              <a:buSzPts val="1050"/>
              <a:buFont typeface="Calibri"/>
              <a:buNone/>
            </a:pPr>
            <a:r>
              <a:rPr lang="en" sz="1250">
                <a:solidFill>
                  <a:srgbClr val="0F1F4B"/>
                </a:solidFill>
                <a:latin typeface="Calibri"/>
                <a:ea typeface="Calibri"/>
                <a:cs typeface="Calibri"/>
                <a:sym typeface="Calibri"/>
              </a:rPr>
              <a:t>Go-Live &amp; hypercare</a:t>
            </a:r>
            <a:endParaRPr sz="1250">
              <a:solidFill>
                <a:srgbClr val="0F1F4B"/>
              </a:solidFill>
              <a:latin typeface="Calibri"/>
              <a:ea typeface="Calibri"/>
              <a:cs typeface="Calibri"/>
              <a:sym typeface="Calibri"/>
            </a:endParaRPr>
          </a:p>
        </p:txBody>
      </p:sp>
      <p:sp>
        <p:nvSpPr>
          <p:cNvPr id="518" name="Google Shape;518;p27"/>
          <p:cNvSpPr/>
          <p:nvPr/>
        </p:nvSpPr>
        <p:spPr>
          <a:xfrm>
            <a:off x="411475" y="3623137"/>
            <a:ext cx="1600200" cy="352800"/>
          </a:xfrm>
          <a:prstGeom prst="rect">
            <a:avLst/>
          </a:prstGeom>
          <a:noFill/>
          <a:ln>
            <a:noFill/>
          </a:ln>
        </p:spPr>
        <p:txBody>
          <a:bodyPr anchorCtr="0" anchor="ctr" bIns="0" lIns="0" spcFirstLastPara="1" rIns="0" wrap="square" tIns="0">
            <a:noAutofit/>
          </a:bodyPr>
          <a:lstStyle/>
          <a:p>
            <a:pPr indent="0" lvl="0" marL="57150" marR="0" rtl="0" algn="l">
              <a:lnSpc>
                <a:spcPct val="100000"/>
              </a:lnSpc>
              <a:spcBef>
                <a:spcPts val="0"/>
              </a:spcBef>
              <a:spcAft>
                <a:spcPts val="0"/>
              </a:spcAft>
              <a:buClr>
                <a:srgbClr val="0F1F4B"/>
              </a:buClr>
              <a:buSzPts val="1050"/>
              <a:buFont typeface="Calibri"/>
              <a:buNone/>
            </a:pPr>
            <a:r>
              <a:rPr b="0" i="0" lang="en" sz="1250" u="none" cap="none" strike="noStrike">
                <a:solidFill>
                  <a:srgbClr val="0F1F4B"/>
                </a:solidFill>
                <a:latin typeface="Calibri"/>
                <a:ea typeface="Calibri"/>
                <a:cs typeface="Calibri"/>
                <a:sym typeface="Calibri"/>
              </a:rPr>
              <a:t>Project</a:t>
            </a:r>
            <a:r>
              <a:rPr lang="en" sz="1250">
                <a:solidFill>
                  <a:srgbClr val="0F1F4B"/>
                </a:solidFill>
                <a:latin typeface="Calibri"/>
                <a:ea typeface="Calibri"/>
                <a:cs typeface="Calibri"/>
                <a:sym typeface="Calibri"/>
              </a:rPr>
              <a:t> </a:t>
            </a:r>
            <a:r>
              <a:rPr b="0" i="0" lang="en" sz="1250" u="none" cap="none" strike="noStrike">
                <a:solidFill>
                  <a:srgbClr val="0F1F4B"/>
                </a:solidFill>
                <a:latin typeface="Calibri"/>
                <a:ea typeface="Calibri"/>
                <a:cs typeface="Calibri"/>
                <a:sym typeface="Calibri"/>
              </a:rPr>
              <a:t>Management</a:t>
            </a:r>
            <a:endParaRPr b="0" i="0" sz="1250" u="none" cap="none" strike="noStrike">
              <a:solidFill>
                <a:srgbClr val="000000"/>
              </a:solidFill>
              <a:latin typeface="Calibri"/>
              <a:ea typeface="Calibri"/>
              <a:cs typeface="Calibri"/>
              <a:sym typeface="Calibri"/>
            </a:endParaRPr>
          </a:p>
        </p:txBody>
      </p:sp>
      <p:sp>
        <p:nvSpPr>
          <p:cNvPr id="519" name="Google Shape;519;p27"/>
          <p:cNvSpPr/>
          <p:nvPr/>
        </p:nvSpPr>
        <p:spPr>
          <a:xfrm>
            <a:off x="2139696" y="1590760"/>
            <a:ext cx="792000" cy="208500"/>
          </a:xfrm>
          <a:prstGeom prst="roundRect">
            <a:avLst>
              <a:gd fmla="val 21853" name="adj"/>
            </a:avLst>
          </a:prstGeom>
          <a:solidFill>
            <a:srgbClr val="6091B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7"/>
          <p:cNvSpPr/>
          <p:nvPr/>
        </p:nvSpPr>
        <p:spPr>
          <a:xfrm>
            <a:off x="2587450" y="1943598"/>
            <a:ext cx="1134000" cy="208500"/>
          </a:xfrm>
          <a:prstGeom prst="roundRect">
            <a:avLst>
              <a:gd fmla="val 21853" name="adj"/>
            </a:avLst>
          </a:prstGeom>
          <a:solidFill>
            <a:srgbClr val="6091B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7"/>
          <p:cNvSpPr/>
          <p:nvPr/>
        </p:nvSpPr>
        <p:spPr>
          <a:xfrm>
            <a:off x="3822702" y="2296449"/>
            <a:ext cx="2377500" cy="210300"/>
          </a:xfrm>
          <a:prstGeom prst="roundRect">
            <a:avLst>
              <a:gd fmla="val 21853" name="adj"/>
            </a:avLst>
          </a:prstGeom>
          <a:solidFill>
            <a:srgbClr val="6091B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7"/>
          <p:cNvSpPr/>
          <p:nvPr/>
        </p:nvSpPr>
        <p:spPr>
          <a:xfrm>
            <a:off x="2951102" y="2649275"/>
            <a:ext cx="3264300" cy="210300"/>
          </a:xfrm>
          <a:prstGeom prst="roundRect">
            <a:avLst>
              <a:gd fmla="val 21853" name="adj"/>
            </a:avLst>
          </a:prstGeom>
          <a:solidFill>
            <a:srgbClr val="EAD1D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7"/>
          <p:cNvSpPr/>
          <p:nvPr/>
        </p:nvSpPr>
        <p:spPr>
          <a:xfrm>
            <a:off x="6281673" y="3002125"/>
            <a:ext cx="1206900" cy="210300"/>
          </a:xfrm>
          <a:prstGeom prst="roundRect">
            <a:avLst>
              <a:gd fmla="val 21853" name="adj"/>
            </a:avLst>
          </a:prstGeom>
          <a:solidFill>
            <a:srgbClr val="6091B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7"/>
          <p:cNvSpPr/>
          <p:nvPr/>
        </p:nvSpPr>
        <p:spPr>
          <a:xfrm>
            <a:off x="7495829" y="3354975"/>
            <a:ext cx="1200000" cy="210300"/>
          </a:xfrm>
          <a:prstGeom prst="roundRect">
            <a:avLst>
              <a:gd fmla="val 21853" name="adj"/>
            </a:avLst>
          </a:prstGeom>
          <a:solidFill>
            <a:srgbClr val="6091B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7"/>
          <p:cNvSpPr/>
          <p:nvPr/>
        </p:nvSpPr>
        <p:spPr>
          <a:xfrm>
            <a:off x="2162553" y="3784804"/>
            <a:ext cx="6556200" cy="77700"/>
          </a:xfrm>
          <a:prstGeom prst="roundRect">
            <a:avLst>
              <a:gd fmla="val 51653" name="adj"/>
            </a:avLst>
          </a:prstGeom>
          <a:solidFill>
            <a:srgbClr val="000000">
              <a:alpha val="1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7"/>
          <p:cNvSpPr/>
          <p:nvPr/>
        </p:nvSpPr>
        <p:spPr>
          <a:xfrm>
            <a:off x="2139697" y="3693269"/>
            <a:ext cx="6556200" cy="176400"/>
          </a:xfrm>
          <a:prstGeom prst="roundRect">
            <a:avLst>
              <a:gd fmla="val 51653" name="adj"/>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7"/>
          <p:cNvSpPr/>
          <p:nvPr/>
        </p:nvSpPr>
        <p:spPr>
          <a:xfrm>
            <a:off x="411480" y="1203702"/>
            <a:ext cx="16917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7"/>
          <p:cNvSpPr/>
          <p:nvPr/>
        </p:nvSpPr>
        <p:spPr>
          <a:xfrm>
            <a:off x="411480" y="1203702"/>
            <a:ext cx="16917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Week</a:t>
            </a:r>
            <a:endParaRPr b="0" i="0" sz="900" u="none" cap="none" strike="noStrike">
              <a:solidFill>
                <a:srgbClr val="000000"/>
              </a:solidFill>
              <a:latin typeface="Calibri"/>
              <a:ea typeface="Calibri"/>
              <a:cs typeface="Calibri"/>
              <a:sym typeface="Calibri"/>
            </a:endParaRPr>
          </a:p>
        </p:txBody>
      </p:sp>
      <p:sp>
        <p:nvSpPr>
          <p:cNvPr id="529" name="Google Shape;529;p27"/>
          <p:cNvSpPr/>
          <p:nvPr/>
        </p:nvSpPr>
        <p:spPr>
          <a:xfrm>
            <a:off x="2103120"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7"/>
          <p:cNvSpPr/>
          <p:nvPr/>
        </p:nvSpPr>
        <p:spPr>
          <a:xfrm>
            <a:off x="2103120"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a:t>
            </a:r>
            <a:endParaRPr b="0" i="0" sz="800" u="none" cap="none" strike="noStrike">
              <a:solidFill>
                <a:srgbClr val="000000"/>
              </a:solidFill>
              <a:latin typeface="Calibri"/>
              <a:ea typeface="Calibri"/>
              <a:cs typeface="Calibri"/>
              <a:sym typeface="Calibri"/>
            </a:endParaRPr>
          </a:p>
        </p:txBody>
      </p:sp>
      <p:sp>
        <p:nvSpPr>
          <p:cNvPr id="531" name="Google Shape;531;p27"/>
          <p:cNvSpPr/>
          <p:nvPr/>
        </p:nvSpPr>
        <p:spPr>
          <a:xfrm>
            <a:off x="2517458"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7"/>
          <p:cNvSpPr/>
          <p:nvPr/>
        </p:nvSpPr>
        <p:spPr>
          <a:xfrm>
            <a:off x="2517458"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2</a:t>
            </a:r>
            <a:endParaRPr b="0" i="0" sz="800" u="none" cap="none" strike="noStrike">
              <a:solidFill>
                <a:srgbClr val="000000"/>
              </a:solidFill>
              <a:latin typeface="Calibri"/>
              <a:ea typeface="Calibri"/>
              <a:cs typeface="Calibri"/>
              <a:sym typeface="Calibri"/>
            </a:endParaRPr>
          </a:p>
        </p:txBody>
      </p:sp>
      <p:sp>
        <p:nvSpPr>
          <p:cNvPr id="533" name="Google Shape;533;p27"/>
          <p:cNvSpPr/>
          <p:nvPr/>
        </p:nvSpPr>
        <p:spPr>
          <a:xfrm>
            <a:off x="2931795"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7"/>
          <p:cNvSpPr/>
          <p:nvPr/>
        </p:nvSpPr>
        <p:spPr>
          <a:xfrm>
            <a:off x="2931795"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3</a:t>
            </a:r>
            <a:endParaRPr b="0" i="0" sz="800" u="none" cap="none" strike="noStrike">
              <a:solidFill>
                <a:srgbClr val="000000"/>
              </a:solidFill>
              <a:latin typeface="Calibri"/>
              <a:ea typeface="Calibri"/>
              <a:cs typeface="Calibri"/>
              <a:sym typeface="Calibri"/>
            </a:endParaRPr>
          </a:p>
        </p:txBody>
      </p:sp>
      <p:sp>
        <p:nvSpPr>
          <p:cNvPr id="535" name="Google Shape;535;p27"/>
          <p:cNvSpPr/>
          <p:nvPr/>
        </p:nvSpPr>
        <p:spPr>
          <a:xfrm>
            <a:off x="3346133"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7"/>
          <p:cNvSpPr/>
          <p:nvPr/>
        </p:nvSpPr>
        <p:spPr>
          <a:xfrm>
            <a:off x="3346133"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4</a:t>
            </a:r>
            <a:endParaRPr b="0" i="0" sz="800" u="none" cap="none" strike="noStrike">
              <a:solidFill>
                <a:srgbClr val="000000"/>
              </a:solidFill>
              <a:latin typeface="Calibri"/>
              <a:ea typeface="Calibri"/>
              <a:cs typeface="Calibri"/>
              <a:sym typeface="Calibri"/>
            </a:endParaRPr>
          </a:p>
        </p:txBody>
      </p:sp>
      <p:sp>
        <p:nvSpPr>
          <p:cNvPr id="537" name="Google Shape;537;p27"/>
          <p:cNvSpPr/>
          <p:nvPr/>
        </p:nvSpPr>
        <p:spPr>
          <a:xfrm>
            <a:off x="3760470"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7"/>
          <p:cNvSpPr/>
          <p:nvPr/>
        </p:nvSpPr>
        <p:spPr>
          <a:xfrm>
            <a:off x="3760470"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5</a:t>
            </a:r>
            <a:endParaRPr b="0" i="0" sz="800" u="none" cap="none" strike="noStrike">
              <a:solidFill>
                <a:srgbClr val="000000"/>
              </a:solidFill>
              <a:latin typeface="Calibri"/>
              <a:ea typeface="Calibri"/>
              <a:cs typeface="Calibri"/>
              <a:sym typeface="Calibri"/>
            </a:endParaRPr>
          </a:p>
        </p:txBody>
      </p:sp>
      <p:sp>
        <p:nvSpPr>
          <p:cNvPr id="539" name="Google Shape;539;p27"/>
          <p:cNvSpPr/>
          <p:nvPr/>
        </p:nvSpPr>
        <p:spPr>
          <a:xfrm>
            <a:off x="4174808"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7"/>
          <p:cNvSpPr/>
          <p:nvPr/>
        </p:nvSpPr>
        <p:spPr>
          <a:xfrm>
            <a:off x="4174808"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6</a:t>
            </a:r>
            <a:endParaRPr b="0" i="0" sz="800" u="none" cap="none" strike="noStrike">
              <a:solidFill>
                <a:srgbClr val="000000"/>
              </a:solidFill>
              <a:latin typeface="Calibri"/>
              <a:ea typeface="Calibri"/>
              <a:cs typeface="Calibri"/>
              <a:sym typeface="Calibri"/>
            </a:endParaRPr>
          </a:p>
        </p:txBody>
      </p:sp>
      <p:sp>
        <p:nvSpPr>
          <p:cNvPr id="541" name="Google Shape;541;p27"/>
          <p:cNvSpPr/>
          <p:nvPr/>
        </p:nvSpPr>
        <p:spPr>
          <a:xfrm>
            <a:off x="4589145"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7"/>
          <p:cNvSpPr/>
          <p:nvPr/>
        </p:nvSpPr>
        <p:spPr>
          <a:xfrm>
            <a:off x="4589145"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7</a:t>
            </a:r>
            <a:endParaRPr b="0" i="0" sz="800" u="none" cap="none" strike="noStrike">
              <a:solidFill>
                <a:srgbClr val="000000"/>
              </a:solidFill>
              <a:latin typeface="Calibri"/>
              <a:ea typeface="Calibri"/>
              <a:cs typeface="Calibri"/>
              <a:sym typeface="Calibri"/>
            </a:endParaRPr>
          </a:p>
        </p:txBody>
      </p:sp>
      <p:sp>
        <p:nvSpPr>
          <p:cNvPr id="543" name="Google Shape;543;p27"/>
          <p:cNvSpPr/>
          <p:nvPr/>
        </p:nvSpPr>
        <p:spPr>
          <a:xfrm>
            <a:off x="5003483"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7"/>
          <p:cNvSpPr/>
          <p:nvPr/>
        </p:nvSpPr>
        <p:spPr>
          <a:xfrm>
            <a:off x="5003483"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8</a:t>
            </a:r>
            <a:endParaRPr b="0" i="0" sz="800" u="none" cap="none" strike="noStrike">
              <a:solidFill>
                <a:srgbClr val="000000"/>
              </a:solidFill>
              <a:latin typeface="Calibri"/>
              <a:ea typeface="Calibri"/>
              <a:cs typeface="Calibri"/>
              <a:sym typeface="Calibri"/>
            </a:endParaRPr>
          </a:p>
        </p:txBody>
      </p:sp>
      <p:sp>
        <p:nvSpPr>
          <p:cNvPr id="545" name="Google Shape;545;p27"/>
          <p:cNvSpPr/>
          <p:nvPr/>
        </p:nvSpPr>
        <p:spPr>
          <a:xfrm>
            <a:off x="5417820"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7"/>
          <p:cNvSpPr/>
          <p:nvPr/>
        </p:nvSpPr>
        <p:spPr>
          <a:xfrm>
            <a:off x="5417820"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9</a:t>
            </a:r>
            <a:endParaRPr b="0" i="0" sz="800" u="none" cap="none" strike="noStrike">
              <a:solidFill>
                <a:srgbClr val="000000"/>
              </a:solidFill>
              <a:latin typeface="Calibri"/>
              <a:ea typeface="Calibri"/>
              <a:cs typeface="Calibri"/>
              <a:sym typeface="Calibri"/>
            </a:endParaRPr>
          </a:p>
        </p:txBody>
      </p:sp>
      <p:sp>
        <p:nvSpPr>
          <p:cNvPr id="547" name="Google Shape;547;p27"/>
          <p:cNvSpPr/>
          <p:nvPr/>
        </p:nvSpPr>
        <p:spPr>
          <a:xfrm>
            <a:off x="5832158"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
          <p:cNvSpPr/>
          <p:nvPr/>
        </p:nvSpPr>
        <p:spPr>
          <a:xfrm>
            <a:off x="5832158"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10</a:t>
            </a:r>
            <a:endParaRPr b="0" i="0" sz="800" u="none" cap="none" strike="noStrike">
              <a:solidFill>
                <a:srgbClr val="000000"/>
              </a:solidFill>
              <a:latin typeface="Calibri"/>
              <a:ea typeface="Calibri"/>
              <a:cs typeface="Calibri"/>
              <a:sym typeface="Calibri"/>
            </a:endParaRPr>
          </a:p>
        </p:txBody>
      </p:sp>
      <p:sp>
        <p:nvSpPr>
          <p:cNvPr id="549" name="Google Shape;549;p27"/>
          <p:cNvSpPr/>
          <p:nvPr/>
        </p:nvSpPr>
        <p:spPr>
          <a:xfrm>
            <a:off x="6246495"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7"/>
          <p:cNvSpPr/>
          <p:nvPr/>
        </p:nvSpPr>
        <p:spPr>
          <a:xfrm>
            <a:off x="6246495"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11</a:t>
            </a:r>
            <a:endParaRPr b="0" i="0" sz="800" u="none" cap="none" strike="noStrike">
              <a:solidFill>
                <a:srgbClr val="000000"/>
              </a:solidFill>
              <a:latin typeface="Calibri"/>
              <a:ea typeface="Calibri"/>
              <a:cs typeface="Calibri"/>
              <a:sym typeface="Calibri"/>
            </a:endParaRPr>
          </a:p>
        </p:txBody>
      </p:sp>
      <p:sp>
        <p:nvSpPr>
          <p:cNvPr id="551" name="Google Shape;551;p27"/>
          <p:cNvSpPr/>
          <p:nvPr/>
        </p:nvSpPr>
        <p:spPr>
          <a:xfrm>
            <a:off x="6660833"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7"/>
          <p:cNvSpPr/>
          <p:nvPr/>
        </p:nvSpPr>
        <p:spPr>
          <a:xfrm>
            <a:off x="6660833"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12</a:t>
            </a:r>
            <a:endParaRPr b="0" i="0" sz="800" u="none" cap="none" strike="noStrike">
              <a:solidFill>
                <a:srgbClr val="000000"/>
              </a:solidFill>
              <a:latin typeface="Calibri"/>
              <a:ea typeface="Calibri"/>
              <a:cs typeface="Calibri"/>
              <a:sym typeface="Calibri"/>
            </a:endParaRPr>
          </a:p>
        </p:txBody>
      </p:sp>
      <p:sp>
        <p:nvSpPr>
          <p:cNvPr id="553" name="Google Shape;553;p27"/>
          <p:cNvSpPr/>
          <p:nvPr/>
        </p:nvSpPr>
        <p:spPr>
          <a:xfrm>
            <a:off x="7075170"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7"/>
          <p:cNvSpPr/>
          <p:nvPr/>
        </p:nvSpPr>
        <p:spPr>
          <a:xfrm>
            <a:off x="7075170"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13</a:t>
            </a:r>
            <a:endParaRPr b="0" i="0" sz="800" u="none" cap="none" strike="noStrike">
              <a:solidFill>
                <a:srgbClr val="000000"/>
              </a:solidFill>
              <a:latin typeface="Calibri"/>
              <a:ea typeface="Calibri"/>
              <a:cs typeface="Calibri"/>
              <a:sym typeface="Calibri"/>
            </a:endParaRPr>
          </a:p>
        </p:txBody>
      </p:sp>
      <p:sp>
        <p:nvSpPr>
          <p:cNvPr id="555" name="Google Shape;555;p27"/>
          <p:cNvSpPr/>
          <p:nvPr/>
        </p:nvSpPr>
        <p:spPr>
          <a:xfrm>
            <a:off x="7489508"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7"/>
          <p:cNvSpPr/>
          <p:nvPr/>
        </p:nvSpPr>
        <p:spPr>
          <a:xfrm>
            <a:off x="7489508"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14</a:t>
            </a:r>
            <a:endParaRPr b="0" i="0" sz="800" u="none" cap="none" strike="noStrike">
              <a:solidFill>
                <a:srgbClr val="000000"/>
              </a:solidFill>
              <a:latin typeface="Calibri"/>
              <a:ea typeface="Calibri"/>
              <a:cs typeface="Calibri"/>
              <a:sym typeface="Calibri"/>
            </a:endParaRPr>
          </a:p>
        </p:txBody>
      </p:sp>
      <p:sp>
        <p:nvSpPr>
          <p:cNvPr id="557" name="Google Shape;557;p27"/>
          <p:cNvSpPr/>
          <p:nvPr/>
        </p:nvSpPr>
        <p:spPr>
          <a:xfrm>
            <a:off x="7903845"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7"/>
          <p:cNvSpPr/>
          <p:nvPr/>
        </p:nvSpPr>
        <p:spPr>
          <a:xfrm>
            <a:off x="7903845"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15</a:t>
            </a:r>
            <a:endParaRPr b="0" i="0" sz="800" u="none" cap="none" strike="noStrike">
              <a:solidFill>
                <a:srgbClr val="000000"/>
              </a:solidFill>
              <a:latin typeface="Calibri"/>
              <a:ea typeface="Calibri"/>
              <a:cs typeface="Calibri"/>
              <a:sym typeface="Calibri"/>
            </a:endParaRPr>
          </a:p>
        </p:txBody>
      </p:sp>
      <p:sp>
        <p:nvSpPr>
          <p:cNvPr id="559" name="Google Shape;559;p27"/>
          <p:cNvSpPr/>
          <p:nvPr/>
        </p:nvSpPr>
        <p:spPr>
          <a:xfrm>
            <a:off x="8318183" y="1203702"/>
            <a:ext cx="414300" cy="237600"/>
          </a:xfrm>
          <a:prstGeom prst="rect">
            <a:avLst/>
          </a:prstGeom>
          <a:solidFill>
            <a:srgbClr val="1A3268"/>
          </a:solidFill>
          <a:ln cap="flat" cmpd="sng" w="9525">
            <a:solidFill>
              <a:srgbClr val="263E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7"/>
          <p:cNvSpPr/>
          <p:nvPr/>
        </p:nvSpPr>
        <p:spPr>
          <a:xfrm>
            <a:off x="8318183" y="1203702"/>
            <a:ext cx="4143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16</a:t>
            </a:r>
            <a:endParaRPr b="0" i="0" sz="800" u="none" cap="none" strike="noStrike">
              <a:solidFill>
                <a:srgbClr val="000000"/>
              </a:solidFill>
              <a:latin typeface="Calibri"/>
              <a:ea typeface="Calibri"/>
              <a:cs typeface="Calibri"/>
              <a:sym typeface="Calibri"/>
            </a:endParaRPr>
          </a:p>
        </p:txBody>
      </p:sp>
      <p:cxnSp>
        <p:nvCxnSpPr>
          <p:cNvPr id="561" name="Google Shape;561;p27"/>
          <p:cNvCxnSpPr/>
          <p:nvPr/>
        </p:nvCxnSpPr>
        <p:spPr>
          <a:xfrm>
            <a:off x="2490871" y="4456355"/>
            <a:ext cx="4947000" cy="0"/>
          </a:xfrm>
          <a:prstGeom prst="straightConnector1">
            <a:avLst/>
          </a:prstGeom>
          <a:noFill/>
          <a:ln cap="flat" cmpd="sng" w="9525">
            <a:solidFill>
              <a:srgbClr val="0F2552"/>
            </a:solidFill>
            <a:prstDash val="solid"/>
            <a:round/>
            <a:headEnd len="med" w="med" type="triangle"/>
            <a:tailEnd len="med" w="med" type="triangle"/>
          </a:ln>
        </p:spPr>
      </p:cxnSp>
      <p:sp>
        <p:nvSpPr>
          <p:cNvPr id="562" name="Google Shape;562;p27"/>
          <p:cNvSpPr txBox="1"/>
          <p:nvPr/>
        </p:nvSpPr>
        <p:spPr>
          <a:xfrm>
            <a:off x="2136374" y="3926875"/>
            <a:ext cx="5352300" cy="538800"/>
          </a:xfrm>
          <a:prstGeom prst="rect">
            <a:avLst/>
          </a:prstGeom>
          <a:noFill/>
          <a:ln>
            <a:noFill/>
          </a:ln>
        </p:spPr>
        <p:txBody>
          <a:bodyPr anchorCtr="0" anchor="t" bIns="91425" lIns="91425" spcFirstLastPara="1" rIns="91425" wrap="square" tIns="91425">
            <a:spAutoFit/>
          </a:bodyPr>
          <a:lstStyle/>
          <a:p>
            <a:pPr indent="0" lvl="0" marL="342900" rtl="0" algn="ctr">
              <a:spcBef>
                <a:spcPts val="0"/>
              </a:spcBef>
              <a:spcAft>
                <a:spcPts val="0"/>
              </a:spcAft>
              <a:buNone/>
            </a:pPr>
            <a:r>
              <a:rPr b="1" lang="en" sz="1200">
                <a:solidFill>
                  <a:srgbClr val="071325"/>
                </a:solidFill>
                <a:latin typeface="DM Sans"/>
                <a:ea typeface="DM Sans"/>
                <a:cs typeface="DM Sans"/>
                <a:sym typeface="DM Sans"/>
              </a:rPr>
              <a:t>Let’s align: </a:t>
            </a:r>
            <a:r>
              <a:rPr lang="en" sz="1100">
                <a:solidFill>
                  <a:srgbClr val="071325"/>
                </a:solidFill>
                <a:latin typeface="DM Sans"/>
                <a:ea typeface="DM Sans"/>
                <a:cs typeface="DM Sans"/>
                <a:sym typeface="DM Sans"/>
              </a:rPr>
              <a:t>Any completing events? </a:t>
            </a:r>
            <a:br>
              <a:rPr lang="en" sz="1100">
                <a:solidFill>
                  <a:srgbClr val="071325"/>
                </a:solidFill>
                <a:latin typeface="DM Sans"/>
                <a:ea typeface="DM Sans"/>
                <a:cs typeface="DM Sans"/>
                <a:sym typeface="DM Sans"/>
              </a:rPr>
            </a:br>
            <a:r>
              <a:rPr lang="en" sz="1100">
                <a:solidFill>
                  <a:srgbClr val="071325"/>
                </a:solidFill>
                <a:latin typeface="DM Sans"/>
                <a:ea typeface="DM Sans"/>
                <a:cs typeface="DM Sans"/>
                <a:sym typeface="DM Sans"/>
              </a:rPr>
              <a:t>Strategy changes\availability constraint that may impact the timelines?</a:t>
            </a:r>
            <a:endParaRPr sz="1200">
              <a:solidFill>
                <a:srgbClr val="071325"/>
              </a:solidFill>
              <a:latin typeface="DM Sans"/>
              <a:ea typeface="DM Sans"/>
              <a:cs typeface="DM Sans"/>
              <a:sym typeface="DM Sans"/>
            </a:endParaRPr>
          </a:p>
        </p:txBody>
      </p:sp>
      <p:sp>
        <p:nvSpPr>
          <p:cNvPr id="563" name="Google Shape;563;p27"/>
          <p:cNvSpPr txBox="1"/>
          <p:nvPr/>
        </p:nvSpPr>
        <p:spPr>
          <a:xfrm>
            <a:off x="283343" y="4708380"/>
            <a:ext cx="8809500" cy="4737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900">
                <a:solidFill>
                  <a:srgbClr val="454545"/>
                </a:solidFill>
                <a:latin typeface="DM Sans Light"/>
                <a:ea typeface="DM Sans Light"/>
                <a:cs typeface="DM Sans Light"/>
                <a:sym typeface="DM Sans Light"/>
              </a:rPr>
              <a:t>* Timeline are indicative and depend on final scope, timely customer inputs &amp; decisions. The actual project plan will be agreed after the Analysis &amp; Design phase.</a:t>
            </a:r>
            <a:endParaRPr sz="900">
              <a:solidFill>
                <a:srgbClr val="454545"/>
              </a:solidFill>
              <a:latin typeface="DM Sans Light"/>
              <a:ea typeface="DM Sans Light"/>
              <a:cs typeface="DM Sans Light"/>
              <a:sym typeface="DM Sans Light"/>
            </a:endParaRPr>
          </a:p>
          <a:p>
            <a:pPr indent="0" lvl="0" marL="0" marR="0" rtl="0" algn="l">
              <a:lnSpc>
                <a:spcPct val="115000"/>
              </a:lnSpc>
              <a:spcBef>
                <a:spcPts val="0"/>
              </a:spcBef>
              <a:spcAft>
                <a:spcPts val="1000"/>
              </a:spcAft>
              <a:buClr>
                <a:srgbClr val="000000"/>
              </a:buClr>
              <a:buSzPts val="370"/>
              <a:buFont typeface="Arial"/>
              <a:buNone/>
            </a:pPr>
            <a:r>
              <a:rPr lang="en" sz="100">
                <a:solidFill>
                  <a:schemeClr val="dk1"/>
                </a:solidFill>
                <a:latin typeface="DM Sans"/>
                <a:ea typeface="DM Sans"/>
                <a:cs typeface="DM Sans"/>
                <a:sym typeface="DM Sans"/>
              </a:rPr>
              <a:t>.</a:t>
            </a:r>
            <a:endParaRPr i="0" sz="100" u="none" cap="none" strike="noStrike">
              <a:solidFill>
                <a:schemeClr val="dk1"/>
              </a:solidFill>
              <a:latin typeface="DM Sans"/>
              <a:ea typeface="DM Sans"/>
              <a:cs typeface="DM Sans"/>
              <a:sym typeface="DM Sans"/>
            </a:endParaRPr>
          </a:p>
        </p:txBody>
      </p:sp>
      <p:sp>
        <p:nvSpPr>
          <p:cNvPr id="564" name="Google Shape;564;p27"/>
          <p:cNvSpPr/>
          <p:nvPr/>
        </p:nvSpPr>
        <p:spPr>
          <a:xfrm>
            <a:off x="7460901" y="4139807"/>
            <a:ext cx="641400" cy="582900"/>
          </a:xfrm>
          <a:prstGeom prst="ellipse">
            <a:avLst/>
          </a:prstGeom>
          <a:noFill/>
          <a:ln cap="flat" cmpd="sng" w="9525">
            <a:solidFill>
              <a:srgbClr val="250C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1200" u="none" cap="none" strike="noStrike">
                <a:solidFill>
                  <a:srgbClr val="250C36"/>
                </a:solidFill>
                <a:latin typeface="Caveat"/>
                <a:ea typeface="Caveat"/>
                <a:cs typeface="Caveat"/>
                <a:sym typeface="Caveat"/>
              </a:rPr>
              <a:t>Go Live</a:t>
            </a:r>
            <a:endParaRPr b="1" i="0" sz="1200" u="none" cap="none" strike="noStrike">
              <a:solidFill>
                <a:srgbClr val="250C36"/>
              </a:solidFill>
              <a:latin typeface="Caveat"/>
              <a:ea typeface="Caveat"/>
              <a:cs typeface="Caveat"/>
              <a:sym typeface="Caveat"/>
            </a:endParaRPr>
          </a:p>
        </p:txBody>
      </p:sp>
      <p:pic>
        <p:nvPicPr>
          <p:cNvPr id="565" name="Google Shape;565;p27" title="3.png"/>
          <p:cNvPicPr preferRelativeResize="0"/>
          <p:nvPr/>
        </p:nvPicPr>
        <p:blipFill>
          <a:blip r:embed="rId3">
            <a:alphaModFix/>
          </a:blip>
          <a:stretch>
            <a:fillRect/>
          </a:stretch>
        </p:blipFill>
        <p:spPr>
          <a:xfrm rot="-405">
            <a:off x="8081639" y="4130504"/>
            <a:ext cx="134589" cy="143656"/>
          </a:xfrm>
          <a:prstGeom prst="rect">
            <a:avLst/>
          </a:prstGeom>
          <a:noFill/>
          <a:ln>
            <a:noFill/>
          </a:ln>
        </p:spPr>
      </p:pic>
      <p:sp>
        <p:nvSpPr>
          <p:cNvPr id="566" name="Google Shape;566;p27"/>
          <p:cNvSpPr/>
          <p:nvPr/>
        </p:nvSpPr>
        <p:spPr>
          <a:xfrm>
            <a:off x="1825400" y="4139796"/>
            <a:ext cx="582900" cy="582900"/>
          </a:xfrm>
          <a:prstGeom prst="ellipse">
            <a:avLst/>
          </a:prstGeom>
          <a:noFill/>
          <a:ln cap="flat" cmpd="sng" w="9525">
            <a:solidFill>
              <a:srgbClr val="250C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lang="en" sz="1200">
                <a:solidFill>
                  <a:srgbClr val="250C36"/>
                </a:solidFill>
                <a:latin typeface="Caveat"/>
                <a:ea typeface="Caveat"/>
                <a:cs typeface="Caveat"/>
                <a:sym typeface="Caveat"/>
              </a:rPr>
              <a:t>KickOff</a:t>
            </a:r>
            <a:endParaRPr b="1" sz="1200">
              <a:solidFill>
                <a:srgbClr val="250C36"/>
              </a:solidFill>
              <a:latin typeface="Caveat"/>
              <a:ea typeface="Caveat"/>
              <a:cs typeface="Caveat"/>
              <a:sym typeface="Caveat"/>
            </a:endParaRPr>
          </a:p>
        </p:txBody>
      </p:sp>
      <p:grpSp>
        <p:nvGrpSpPr>
          <p:cNvPr id="567" name="Google Shape;567;p27"/>
          <p:cNvGrpSpPr/>
          <p:nvPr/>
        </p:nvGrpSpPr>
        <p:grpSpPr>
          <a:xfrm>
            <a:off x="4406350" y="1753052"/>
            <a:ext cx="699600" cy="603596"/>
            <a:chOff x="3894297" y="1547825"/>
            <a:chExt cx="699600" cy="603596"/>
          </a:xfrm>
        </p:grpSpPr>
        <p:pic>
          <p:nvPicPr>
            <p:cNvPr id="568" name="Google Shape;568;p27" title="3.png"/>
            <p:cNvPicPr preferRelativeResize="0"/>
            <p:nvPr/>
          </p:nvPicPr>
          <p:blipFill>
            <a:blip r:embed="rId4">
              <a:alphaModFix/>
            </a:blip>
            <a:stretch>
              <a:fillRect/>
            </a:stretch>
          </p:blipFill>
          <p:spPr>
            <a:xfrm>
              <a:off x="3984986" y="1927796"/>
              <a:ext cx="161375" cy="223625"/>
            </a:xfrm>
            <a:prstGeom prst="rect">
              <a:avLst/>
            </a:prstGeom>
            <a:noFill/>
            <a:ln>
              <a:noFill/>
            </a:ln>
          </p:spPr>
        </p:pic>
        <p:sp>
          <p:nvSpPr>
            <p:cNvPr id="569" name="Google Shape;569;p27"/>
            <p:cNvSpPr txBox="1"/>
            <p:nvPr/>
          </p:nvSpPr>
          <p:spPr>
            <a:xfrm>
              <a:off x="3894297" y="1547825"/>
              <a:ext cx="699600" cy="41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63B70"/>
                  </a:solidFill>
                  <a:latin typeface="DM Sans"/>
                  <a:ea typeface="DM Sans"/>
                  <a:cs typeface="DM Sans"/>
                  <a:sym typeface="DM Sans"/>
                </a:rPr>
                <a:t>Sprint Review</a:t>
              </a:r>
              <a:endParaRPr sz="900">
                <a:solidFill>
                  <a:srgbClr val="163B70"/>
                </a:solidFill>
                <a:latin typeface="DM Sans"/>
                <a:ea typeface="DM Sans"/>
                <a:cs typeface="DM Sans"/>
                <a:sym typeface="DM Sans"/>
              </a:endParaRPr>
            </a:p>
          </p:txBody>
        </p:sp>
      </p:grpSp>
      <p:grpSp>
        <p:nvGrpSpPr>
          <p:cNvPr id="570" name="Google Shape;570;p27"/>
          <p:cNvGrpSpPr/>
          <p:nvPr/>
        </p:nvGrpSpPr>
        <p:grpSpPr>
          <a:xfrm>
            <a:off x="5200084" y="1753052"/>
            <a:ext cx="699600" cy="603596"/>
            <a:chOff x="3894297" y="1547825"/>
            <a:chExt cx="699600" cy="603596"/>
          </a:xfrm>
        </p:grpSpPr>
        <p:pic>
          <p:nvPicPr>
            <p:cNvPr id="571" name="Google Shape;571;p27" title="3.png"/>
            <p:cNvPicPr preferRelativeResize="0"/>
            <p:nvPr/>
          </p:nvPicPr>
          <p:blipFill>
            <a:blip r:embed="rId4">
              <a:alphaModFix/>
            </a:blip>
            <a:stretch>
              <a:fillRect/>
            </a:stretch>
          </p:blipFill>
          <p:spPr>
            <a:xfrm>
              <a:off x="3984986" y="1927796"/>
              <a:ext cx="161375" cy="223625"/>
            </a:xfrm>
            <a:prstGeom prst="rect">
              <a:avLst/>
            </a:prstGeom>
            <a:noFill/>
            <a:ln>
              <a:noFill/>
            </a:ln>
          </p:spPr>
        </p:pic>
        <p:sp>
          <p:nvSpPr>
            <p:cNvPr id="572" name="Google Shape;572;p27"/>
            <p:cNvSpPr txBox="1"/>
            <p:nvPr/>
          </p:nvSpPr>
          <p:spPr>
            <a:xfrm>
              <a:off x="3894297" y="1547825"/>
              <a:ext cx="699600" cy="41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63B70"/>
                  </a:solidFill>
                  <a:latin typeface="DM Sans"/>
                  <a:ea typeface="DM Sans"/>
                  <a:cs typeface="DM Sans"/>
                  <a:sym typeface="DM Sans"/>
                </a:rPr>
                <a:t>Sprint Review</a:t>
              </a:r>
              <a:endParaRPr sz="900">
                <a:solidFill>
                  <a:srgbClr val="163B70"/>
                </a:solidFill>
                <a:latin typeface="DM Sans"/>
                <a:ea typeface="DM Sans"/>
                <a:cs typeface="DM Sans"/>
                <a:sym typeface="DM Sans"/>
              </a:endParaRPr>
            </a:p>
          </p:txBody>
        </p:sp>
      </p:grpSp>
      <p:grpSp>
        <p:nvGrpSpPr>
          <p:cNvPr id="573" name="Google Shape;573;p27"/>
          <p:cNvGrpSpPr/>
          <p:nvPr/>
        </p:nvGrpSpPr>
        <p:grpSpPr>
          <a:xfrm>
            <a:off x="6083605" y="1753052"/>
            <a:ext cx="699600" cy="603596"/>
            <a:chOff x="3894297" y="1547825"/>
            <a:chExt cx="699600" cy="603596"/>
          </a:xfrm>
        </p:grpSpPr>
        <p:pic>
          <p:nvPicPr>
            <p:cNvPr id="574" name="Google Shape;574;p27" title="3.png"/>
            <p:cNvPicPr preferRelativeResize="0"/>
            <p:nvPr/>
          </p:nvPicPr>
          <p:blipFill>
            <a:blip r:embed="rId4">
              <a:alphaModFix/>
            </a:blip>
            <a:stretch>
              <a:fillRect/>
            </a:stretch>
          </p:blipFill>
          <p:spPr>
            <a:xfrm>
              <a:off x="3984986" y="1927796"/>
              <a:ext cx="161375" cy="223625"/>
            </a:xfrm>
            <a:prstGeom prst="rect">
              <a:avLst/>
            </a:prstGeom>
            <a:noFill/>
            <a:ln>
              <a:noFill/>
            </a:ln>
          </p:spPr>
        </p:pic>
        <p:sp>
          <p:nvSpPr>
            <p:cNvPr id="575" name="Google Shape;575;p27"/>
            <p:cNvSpPr txBox="1"/>
            <p:nvPr/>
          </p:nvSpPr>
          <p:spPr>
            <a:xfrm>
              <a:off x="3894297" y="1547825"/>
              <a:ext cx="699600" cy="41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63B70"/>
                  </a:solidFill>
                  <a:latin typeface="DM Sans"/>
                  <a:ea typeface="DM Sans"/>
                  <a:cs typeface="DM Sans"/>
                  <a:sym typeface="DM Sans"/>
                </a:rPr>
                <a:t>Sprint Review</a:t>
              </a:r>
              <a:endParaRPr sz="900">
                <a:solidFill>
                  <a:srgbClr val="163B70"/>
                </a:solidFill>
                <a:latin typeface="DM Sans"/>
                <a:ea typeface="DM Sans"/>
                <a:cs typeface="DM Sans"/>
                <a:sym typeface="DM Sans"/>
              </a:endParaRPr>
            </a:p>
          </p:txBody>
        </p:sp>
      </p:grpSp>
      <p:grpSp>
        <p:nvGrpSpPr>
          <p:cNvPr id="576" name="Google Shape;576;p27"/>
          <p:cNvGrpSpPr/>
          <p:nvPr/>
        </p:nvGrpSpPr>
        <p:grpSpPr>
          <a:xfrm>
            <a:off x="3763438" y="3133299"/>
            <a:ext cx="960600" cy="619683"/>
            <a:chOff x="3424600" y="2761325"/>
            <a:chExt cx="960600" cy="619683"/>
          </a:xfrm>
        </p:grpSpPr>
        <p:pic>
          <p:nvPicPr>
            <p:cNvPr id="577" name="Google Shape;577;p27" title="3.png"/>
            <p:cNvPicPr preferRelativeResize="0"/>
            <p:nvPr/>
          </p:nvPicPr>
          <p:blipFill>
            <a:blip r:embed="rId4">
              <a:alphaModFix/>
            </a:blip>
            <a:stretch>
              <a:fillRect/>
            </a:stretch>
          </p:blipFill>
          <p:spPr>
            <a:xfrm>
              <a:off x="3515286" y="3157383"/>
              <a:ext cx="161375" cy="223625"/>
            </a:xfrm>
            <a:prstGeom prst="rect">
              <a:avLst/>
            </a:prstGeom>
            <a:noFill/>
            <a:ln>
              <a:noFill/>
            </a:ln>
          </p:spPr>
        </p:pic>
        <p:sp>
          <p:nvSpPr>
            <p:cNvPr id="578" name="Google Shape;578;p27"/>
            <p:cNvSpPr txBox="1"/>
            <p:nvPr/>
          </p:nvSpPr>
          <p:spPr>
            <a:xfrm>
              <a:off x="3424600" y="2761325"/>
              <a:ext cx="9606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63B70"/>
                  </a:solidFill>
                  <a:latin typeface="DM Sans"/>
                  <a:ea typeface="DM Sans"/>
                  <a:cs typeface="DM Sans"/>
                  <a:sym typeface="DM Sans"/>
                </a:rPr>
                <a:t>Steering Committee</a:t>
              </a:r>
              <a:endParaRPr sz="900">
                <a:solidFill>
                  <a:srgbClr val="163B70"/>
                </a:solidFill>
                <a:latin typeface="DM Sans"/>
                <a:ea typeface="DM Sans"/>
                <a:cs typeface="DM Sans"/>
                <a:sym typeface="DM Sans"/>
              </a:endParaRPr>
            </a:p>
          </p:txBody>
        </p:sp>
      </p:grpSp>
      <p:grpSp>
        <p:nvGrpSpPr>
          <p:cNvPr id="579" name="Google Shape;579;p27"/>
          <p:cNvGrpSpPr/>
          <p:nvPr/>
        </p:nvGrpSpPr>
        <p:grpSpPr>
          <a:xfrm>
            <a:off x="5673094" y="3136392"/>
            <a:ext cx="960600" cy="619683"/>
            <a:chOff x="3424600" y="2761325"/>
            <a:chExt cx="960600" cy="619683"/>
          </a:xfrm>
        </p:grpSpPr>
        <p:pic>
          <p:nvPicPr>
            <p:cNvPr id="580" name="Google Shape;580;p27" title="3.png"/>
            <p:cNvPicPr preferRelativeResize="0"/>
            <p:nvPr/>
          </p:nvPicPr>
          <p:blipFill>
            <a:blip r:embed="rId4">
              <a:alphaModFix/>
            </a:blip>
            <a:stretch>
              <a:fillRect/>
            </a:stretch>
          </p:blipFill>
          <p:spPr>
            <a:xfrm>
              <a:off x="3515286" y="3157383"/>
              <a:ext cx="161375" cy="223625"/>
            </a:xfrm>
            <a:prstGeom prst="rect">
              <a:avLst/>
            </a:prstGeom>
            <a:noFill/>
            <a:ln>
              <a:noFill/>
            </a:ln>
          </p:spPr>
        </p:pic>
        <p:sp>
          <p:nvSpPr>
            <p:cNvPr id="581" name="Google Shape;581;p27"/>
            <p:cNvSpPr txBox="1"/>
            <p:nvPr/>
          </p:nvSpPr>
          <p:spPr>
            <a:xfrm>
              <a:off x="3424600" y="2761325"/>
              <a:ext cx="9606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63B70"/>
                  </a:solidFill>
                  <a:latin typeface="DM Sans"/>
                  <a:ea typeface="DM Sans"/>
                  <a:cs typeface="DM Sans"/>
                  <a:sym typeface="DM Sans"/>
                </a:rPr>
                <a:t>Steering Committee</a:t>
              </a:r>
              <a:endParaRPr sz="900">
                <a:solidFill>
                  <a:srgbClr val="163B70"/>
                </a:solidFill>
                <a:latin typeface="DM Sans"/>
                <a:ea typeface="DM Sans"/>
                <a:cs typeface="DM Sans"/>
                <a:sym typeface="DM Sans"/>
              </a:endParaRPr>
            </a:p>
          </p:txBody>
        </p:sp>
      </p:grpSp>
      <p:sp>
        <p:nvSpPr>
          <p:cNvPr id="582" name="Google Shape;582;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3" name="Google Shape;583;p27"/>
          <p:cNvSpPr/>
          <p:nvPr/>
        </p:nvSpPr>
        <p:spPr>
          <a:xfrm>
            <a:off x="411477" y="4124512"/>
            <a:ext cx="183000" cy="183300"/>
          </a:xfrm>
          <a:prstGeom prst="roundRect">
            <a:avLst>
              <a:gd fmla="val 21853" name="adj"/>
            </a:avLst>
          </a:prstGeom>
          <a:solidFill>
            <a:srgbClr val="EAD1DC"/>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7"/>
          <p:cNvSpPr/>
          <p:nvPr/>
        </p:nvSpPr>
        <p:spPr>
          <a:xfrm>
            <a:off x="411477" y="4416450"/>
            <a:ext cx="183000" cy="183300"/>
          </a:xfrm>
          <a:prstGeom prst="roundRect">
            <a:avLst>
              <a:gd fmla="val 21853" name="adj"/>
            </a:avLst>
          </a:prstGeom>
          <a:solidFill>
            <a:srgbClr val="6091B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585" name="Google Shape;585;p27"/>
          <p:cNvSpPr txBox="1"/>
          <p:nvPr/>
        </p:nvSpPr>
        <p:spPr>
          <a:xfrm>
            <a:off x="501407" y="4026246"/>
            <a:ext cx="960600" cy="377100"/>
          </a:xfrm>
          <a:prstGeom prst="rect">
            <a:avLst/>
          </a:prstGeom>
          <a:noFill/>
          <a:ln>
            <a:noFill/>
          </a:ln>
        </p:spPr>
        <p:txBody>
          <a:bodyPr anchorCtr="0" anchor="t" bIns="91425" lIns="91425" spcFirstLastPara="1" rIns="91425" wrap="square" tIns="91425">
            <a:spAutoFit/>
          </a:bodyPr>
          <a:lstStyle/>
          <a:p>
            <a:pPr indent="0" lvl="0" marL="57150" rtl="0" algn="l">
              <a:spcBef>
                <a:spcPts val="0"/>
              </a:spcBef>
              <a:spcAft>
                <a:spcPts val="0"/>
              </a:spcAft>
              <a:buNone/>
            </a:pPr>
            <a:r>
              <a:rPr lang="en" sz="1250">
                <a:solidFill>
                  <a:srgbClr val="0F1F4B"/>
                </a:solidFill>
                <a:latin typeface="Calibri"/>
                <a:ea typeface="Calibri"/>
                <a:cs typeface="Calibri"/>
                <a:sym typeface="Calibri"/>
              </a:rPr>
              <a:t>Customer</a:t>
            </a:r>
            <a:endParaRPr sz="1250">
              <a:solidFill>
                <a:schemeClr val="dk1"/>
              </a:solidFill>
              <a:latin typeface="Calibri"/>
              <a:ea typeface="Calibri"/>
              <a:cs typeface="Calibri"/>
              <a:sym typeface="Calibri"/>
            </a:endParaRPr>
          </a:p>
        </p:txBody>
      </p:sp>
      <p:sp>
        <p:nvSpPr>
          <p:cNvPr id="586" name="Google Shape;586;p27"/>
          <p:cNvSpPr txBox="1"/>
          <p:nvPr/>
        </p:nvSpPr>
        <p:spPr>
          <a:xfrm>
            <a:off x="504695" y="4341622"/>
            <a:ext cx="960600" cy="377100"/>
          </a:xfrm>
          <a:prstGeom prst="rect">
            <a:avLst/>
          </a:prstGeom>
          <a:noFill/>
          <a:ln>
            <a:noFill/>
          </a:ln>
        </p:spPr>
        <p:txBody>
          <a:bodyPr anchorCtr="0" anchor="t" bIns="91425" lIns="91425" spcFirstLastPara="1" rIns="91425" wrap="square" tIns="91425">
            <a:spAutoFit/>
          </a:bodyPr>
          <a:lstStyle/>
          <a:p>
            <a:pPr indent="0" lvl="0" marL="57150" rtl="0" algn="l">
              <a:spcBef>
                <a:spcPts val="0"/>
              </a:spcBef>
              <a:spcAft>
                <a:spcPts val="0"/>
              </a:spcAft>
              <a:buNone/>
            </a:pPr>
            <a:r>
              <a:rPr lang="en" sz="1250">
                <a:solidFill>
                  <a:srgbClr val="0F1F4B"/>
                </a:solidFill>
                <a:latin typeface="Calibri"/>
                <a:ea typeface="Calibri"/>
                <a:cs typeface="Calibri"/>
                <a:sym typeface="Calibri"/>
              </a:rPr>
              <a:t>Joint</a:t>
            </a:r>
            <a:endParaRPr sz="125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28"/>
          <p:cNvSpPr txBox="1"/>
          <p:nvPr>
            <p:ph type="title"/>
          </p:nvPr>
        </p:nvSpPr>
        <p:spPr>
          <a:xfrm>
            <a:off x="394825" y="1736825"/>
            <a:ext cx="4493100" cy="12477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sz="4000">
                <a:solidFill>
                  <a:srgbClr val="0F2552"/>
                </a:solidFill>
                <a:latin typeface="Source Serif 4 SemiBold"/>
                <a:ea typeface="Source Serif 4 SemiBold"/>
                <a:cs typeface="Source Serif 4 SemiBold"/>
                <a:sym typeface="Source Serif 4 SemiBold"/>
              </a:rPr>
              <a:t>Team &amp; responsibilities</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9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10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p:txBody>
      </p:sp>
      <p:sp>
        <p:nvSpPr>
          <p:cNvPr id="592" name="Google Shape;592;p28"/>
          <p:cNvSpPr txBox="1"/>
          <p:nvPr/>
        </p:nvSpPr>
        <p:spPr>
          <a:xfrm>
            <a:off x="393450" y="1147594"/>
            <a:ext cx="132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2000">
                <a:solidFill>
                  <a:srgbClr val="163C70"/>
                </a:solidFill>
                <a:latin typeface="DM Sans Medium"/>
                <a:ea typeface="DM Sans Medium"/>
                <a:cs typeface="DM Sans Medium"/>
                <a:sym typeface="DM Sans Medium"/>
              </a:rPr>
              <a:t>04</a:t>
            </a:r>
            <a:endParaRPr sz="1800">
              <a:latin typeface="DM Sans Medium"/>
              <a:ea typeface="DM Sans Medium"/>
              <a:cs typeface="DM Sans Medium"/>
              <a:sym typeface="DM Sans Medium"/>
            </a:endParaRPr>
          </a:p>
        </p:txBody>
      </p:sp>
      <p:cxnSp>
        <p:nvCxnSpPr>
          <p:cNvPr id="593" name="Google Shape;593;p28"/>
          <p:cNvCxnSpPr/>
          <p:nvPr/>
        </p:nvCxnSpPr>
        <p:spPr>
          <a:xfrm>
            <a:off x="471034" y="1587365"/>
            <a:ext cx="392100" cy="0"/>
          </a:xfrm>
          <a:prstGeom prst="straightConnector1">
            <a:avLst/>
          </a:prstGeom>
          <a:noFill/>
          <a:ln cap="flat" cmpd="sng" w="38100">
            <a:solidFill>
              <a:srgbClr val="23D1AF"/>
            </a:solidFill>
            <a:prstDash val="solid"/>
            <a:round/>
            <a:headEnd len="med" w="med" type="none"/>
            <a:tailEnd len="med" w="med" type="none"/>
          </a:ln>
        </p:spPr>
      </p:cxnSp>
      <p:sp>
        <p:nvSpPr>
          <p:cNvPr id="594" name="Google Shape;594;p28"/>
          <p:cNvSpPr txBox="1"/>
          <p:nvPr>
            <p:ph idx="1" type="subTitle"/>
          </p:nvPr>
        </p:nvSpPr>
        <p:spPr>
          <a:xfrm>
            <a:off x="411925" y="1142400"/>
            <a:ext cx="4443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595" name="Google Shape;595;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29"/>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400"/>
              <a:buFont typeface="Arial"/>
              <a:buNone/>
            </a:pPr>
            <a:r>
              <a:rPr lang="en"/>
              <a:t>Your Team - Who, When, What...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graphicFrame>
        <p:nvGraphicFramePr>
          <p:cNvPr id="601" name="Google Shape;601;p29"/>
          <p:cNvGraphicFramePr/>
          <p:nvPr/>
        </p:nvGraphicFramePr>
        <p:xfrm>
          <a:off x="371369" y="1177867"/>
          <a:ext cx="3000000" cy="3000000"/>
        </p:xfrm>
        <a:graphic>
          <a:graphicData uri="http://schemas.openxmlformats.org/drawingml/2006/table">
            <a:tbl>
              <a:tblPr>
                <a:noFill/>
                <a:tableStyleId>{87C15E30-1557-4629-8B5C-F45806FD9A62}</a:tableStyleId>
              </a:tblPr>
              <a:tblGrid>
                <a:gridCol w="1088325"/>
                <a:gridCol w="1379175"/>
                <a:gridCol w="1494575"/>
                <a:gridCol w="1494575"/>
                <a:gridCol w="1494575"/>
                <a:gridCol w="1494575"/>
              </a:tblGrid>
              <a:tr h="288325">
                <a:tc>
                  <a:txBody>
                    <a:bodyPr/>
                    <a:lstStyle/>
                    <a:p>
                      <a:pPr indent="0" lvl="0" marL="0" marR="0" rtl="0" algn="ctr">
                        <a:lnSpc>
                          <a:spcPct val="115000"/>
                        </a:lnSpc>
                        <a:spcBef>
                          <a:spcPts val="0"/>
                        </a:spcBef>
                        <a:spcAft>
                          <a:spcPts val="0"/>
                        </a:spcAft>
                        <a:buClr>
                          <a:srgbClr val="000000"/>
                        </a:buClr>
                        <a:buSzPts val="1000"/>
                        <a:buFont typeface="Arial"/>
                        <a:buNone/>
                      </a:pPr>
                      <a:r>
                        <a:rPr lang="en" sz="1100">
                          <a:solidFill>
                            <a:schemeClr val="lt1"/>
                          </a:solidFill>
                          <a:latin typeface="DM Sans SemiBold"/>
                          <a:ea typeface="DM Sans SemiBold"/>
                          <a:cs typeface="DM Sans SemiBold"/>
                          <a:sym typeface="DM Sans SemiBold"/>
                        </a:rPr>
                        <a:t>Role</a:t>
                      </a:r>
                      <a:r>
                        <a:rPr lang="en" sz="1100" u="none" cap="none" strike="noStrike">
                          <a:solidFill>
                            <a:schemeClr val="lt1"/>
                          </a:solidFill>
                          <a:latin typeface="DM Sans SemiBold"/>
                          <a:ea typeface="DM Sans SemiBold"/>
                          <a:cs typeface="DM Sans SemiBold"/>
                          <a:sym typeface="DM Sans SemiBold"/>
                        </a:rPr>
                        <a:t> </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a:solidFill>
                            <a:schemeClr val="lt1"/>
                          </a:solidFill>
                          <a:latin typeface="DM Sans SemiBold"/>
                          <a:ea typeface="DM Sans SemiBold"/>
                          <a:cs typeface="DM Sans SemiBold"/>
                          <a:sym typeface="DM Sans SemiBold"/>
                        </a:rPr>
                        <a:t>Initiation</a:t>
                      </a:r>
                      <a:endParaRPr sz="1100">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a:solidFill>
                            <a:schemeClr val="lt1"/>
                          </a:solidFill>
                          <a:latin typeface="DM Sans SemiBold"/>
                          <a:ea typeface="DM Sans SemiBold"/>
                          <a:cs typeface="DM Sans SemiBold"/>
                          <a:sym typeface="DM Sans SemiBold"/>
                        </a:rPr>
                        <a:t>Solution </a:t>
                      </a:r>
                      <a:r>
                        <a:rPr lang="en" sz="1100" u="none" cap="none" strike="noStrike">
                          <a:solidFill>
                            <a:schemeClr val="lt1"/>
                          </a:solidFill>
                          <a:latin typeface="DM Sans SemiBold"/>
                          <a:ea typeface="DM Sans SemiBold"/>
                          <a:cs typeface="DM Sans SemiBold"/>
                          <a:sym typeface="DM Sans SemiBold"/>
                        </a:rPr>
                        <a:t>Design</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u="none" cap="none" strike="noStrike">
                          <a:solidFill>
                            <a:schemeClr val="lt1"/>
                          </a:solidFill>
                          <a:latin typeface="DM Sans SemiBold"/>
                          <a:ea typeface="DM Sans SemiBold"/>
                          <a:cs typeface="DM Sans SemiBold"/>
                          <a:sym typeface="DM Sans SemiBold"/>
                        </a:rPr>
                        <a:t>Build</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u="none" cap="none" strike="noStrike">
                          <a:solidFill>
                            <a:schemeClr val="lt1"/>
                          </a:solidFill>
                          <a:latin typeface="DM Sans SemiBold"/>
                          <a:ea typeface="DM Sans SemiBold"/>
                          <a:cs typeface="DM Sans SemiBold"/>
                          <a:sym typeface="DM Sans SemiBold"/>
                        </a:rPr>
                        <a:t>UAT &amp; Enablement </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rtl="0" algn="ctr">
                        <a:lnSpc>
                          <a:spcPct val="115000"/>
                        </a:lnSpc>
                        <a:spcBef>
                          <a:spcPts val="0"/>
                        </a:spcBef>
                        <a:spcAft>
                          <a:spcPts val="0"/>
                        </a:spcAft>
                        <a:buClr>
                          <a:schemeClr val="dk1"/>
                        </a:buClr>
                        <a:buSzPts val="1000"/>
                        <a:buFont typeface="Arial"/>
                        <a:buNone/>
                      </a:pPr>
                      <a:r>
                        <a:rPr lang="en" sz="1100">
                          <a:solidFill>
                            <a:schemeClr val="lt1"/>
                          </a:solidFill>
                          <a:latin typeface="DM Sans SemiBold"/>
                          <a:ea typeface="DM Sans SemiBold"/>
                          <a:cs typeface="DM Sans SemiBold"/>
                          <a:sym typeface="DM Sans SemiBold"/>
                        </a:rPr>
                        <a:t>Go-Live</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r>
              <a:tr h="430225">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DealHub Admin</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Complete admin training &amp; certification</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Participate in design sessions and help drive decisions</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Configure with DealHub and independently</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Triage and fix issues, Sales Training</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Own post go-live administration</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r h="430225">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Sales Business Owner</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Walk through current sales process</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CPQ design approval &amp; sign-off</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Help build internal enablement &amp; change management plan; </a:t>
                      </a:r>
                      <a:endParaRPr sz="1200">
                        <a:solidFill>
                          <a:srgbClr val="0F2552"/>
                        </a:solidFill>
                        <a:latin typeface="DM Sans"/>
                        <a:ea typeface="DM Sans"/>
                        <a:cs typeface="DM Sans"/>
                        <a:sym typeface="DM Sans"/>
                      </a:endParaRPr>
                    </a:p>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Sprint review</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Test, validate, sign-off</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Act as a champion and help drive adoption</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Sales Rep</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200">
                          <a:solidFill>
                            <a:srgbClr val="0F2552"/>
                          </a:solidFill>
                          <a:latin typeface="DM Sans"/>
                          <a:ea typeface="DM Sans"/>
                          <a:cs typeface="DM Sans"/>
                          <a:sym typeface="DM Sans"/>
                        </a:rPr>
                        <a:t>Sprint review</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Test &amp; validate</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Provide feedback</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Legal</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Provide templates &amp; T&amp;Cs (MSA, NDA, etc.)</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Test &amp; validate</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bl>
          </a:graphicData>
        </a:graphic>
      </p:graphicFrame>
      <p:pic>
        <p:nvPicPr>
          <p:cNvPr id="602" name="Google Shape;602;p29" title="3.png"/>
          <p:cNvPicPr preferRelativeResize="0"/>
          <p:nvPr/>
        </p:nvPicPr>
        <p:blipFill>
          <a:blip r:embed="rId3">
            <a:alphaModFix/>
          </a:blip>
          <a:stretch>
            <a:fillRect/>
          </a:stretch>
        </p:blipFill>
        <p:spPr>
          <a:xfrm>
            <a:off x="4434052" y="1308736"/>
            <a:ext cx="173000" cy="184650"/>
          </a:xfrm>
          <a:prstGeom prst="rect">
            <a:avLst/>
          </a:prstGeom>
          <a:noFill/>
          <a:ln>
            <a:noFill/>
          </a:ln>
        </p:spPr>
      </p:pic>
      <p:sp>
        <p:nvSpPr>
          <p:cNvPr id="603" name="Google Shape;603;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0"/>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400"/>
              <a:buFont typeface="Arial"/>
              <a:buNone/>
            </a:pPr>
            <a:r>
              <a:rPr lang="en"/>
              <a:t>Your Team - Who, When, What...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graphicFrame>
        <p:nvGraphicFramePr>
          <p:cNvPr id="609" name="Google Shape;609;p30"/>
          <p:cNvGraphicFramePr/>
          <p:nvPr/>
        </p:nvGraphicFramePr>
        <p:xfrm>
          <a:off x="394176" y="1177871"/>
          <a:ext cx="3000000" cy="3000000"/>
        </p:xfrm>
        <a:graphic>
          <a:graphicData uri="http://schemas.openxmlformats.org/drawingml/2006/table">
            <a:tbl>
              <a:tblPr>
                <a:noFill/>
                <a:tableStyleId>{87C15E30-1557-4629-8B5C-F45806FD9A62}</a:tableStyleId>
              </a:tblPr>
              <a:tblGrid>
                <a:gridCol w="1214425"/>
                <a:gridCol w="1328175"/>
                <a:gridCol w="1475800"/>
                <a:gridCol w="1475800"/>
                <a:gridCol w="1475800"/>
                <a:gridCol w="1475800"/>
              </a:tblGrid>
              <a:tr h="288325">
                <a:tc>
                  <a:txBody>
                    <a:bodyPr/>
                    <a:lstStyle/>
                    <a:p>
                      <a:pPr indent="0" lvl="0" marL="0" marR="0" rtl="0" algn="ctr">
                        <a:lnSpc>
                          <a:spcPct val="115000"/>
                        </a:lnSpc>
                        <a:spcBef>
                          <a:spcPts val="0"/>
                        </a:spcBef>
                        <a:spcAft>
                          <a:spcPts val="0"/>
                        </a:spcAft>
                        <a:buClr>
                          <a:srgbClr val="000000"/>
                        </a:buClr>
                        <a:buSzPts val="1000"/>
                        <a:buFont typeface="Arial"/>
                        <a:buNone/>
                      </a:pPr>
                      <a:r>
                        <a:rPr lang="en" sz="1100">
                          <a:solidFill>
                            <a:schemeClr val="lt1"/>
                          </a:solidFill>
                          <a:latin typeface="DM Sans SemiBold"/>
                          <a:ea typeface="DM Sans SemiBold"/>
                          <a:cs typeface="DM Sans SemiBold"/>
                          <a:sym typeface="DM Sans SemiBold"/>
                        </a:rPr>
                        <a:t>Role</a:t>
                      </a:r>
                      <a:r>
                        <a:rPr lang="en" sz="1100" u="none" cap="none" strike="noStrike">
                          <a:solidFill>
                            <a:schemeClr val="lt1"/>
                          </a:solidFill>
                          <a:latin typeface="DM Sans SemiBold"/>
                          <a:ea typeface="DM Sans SemiBold"/>
                          <a:cs typeface="DM Sans SemiBold"/>
                          <a:sym typeface="DM Sans SemiBold"/>
                        </a:rPr>
                        <a:t> </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a:solidFill>
                            <a:schemeClr val="lt1"/>
                          </a:solidFill>
                          <a:latin typeface="DM Sans SemiBold"/>
                          <a:ea typeface="DM Sans SemiBold"/>
                          <a:cs typeface="DM Sans SemiBold"/>
                          <a:sym typeface="DM Sans SemiBold"/>
                        </a:rPr>
                        <a:t>Initiation</a:t>
                      </a:r>
                      <a:endParaRPr sz="1100">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a:solidFill>
                            <a:schemeClr val="lt1"/>
                          </a:solidFill>
                          <a:latin typeface="DM Sans SemiBold"/>
                          <a:ea typeface="DM Sans SemiBold"/>
                          <a:cs typeface="DM Sans SemiBold"/>
                          <a:sym typeface="DM Sans SemiBold"/>
                        </a:rPr>
                        <a:t>Solution </a:t>
                      </a:r>
                      <a:r>
                        <a:rPr lang="en" sz="1100" u="none" cap="none" strike="noStrike">
                          <a:solidFill>
                            <a:schemeClr val="lt1"/>
                          </a:solidFill>
                          <a:latin typeface="DM Sans SemiBold"/>
                          <a:ea typeface="DM Sans SemiBold"/>
                          <a:cs typeface="DM Sans SemiBold"/>
                          <a:sym typeface="DM Sans SemiBold"/>
                        </a:rPr>
                        <a:t>Design</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u="none" cap="none" strike="noStrike">
                          <a:solidFill>
                            <a:schemeClr val="lt1"/>
                          </a:solidFill>
                          <a:latin typeface="DM Sans SemiBold"/>
                          <a:ea typeface="DM Sans SemiBold"/>
                          <a:cs typeface="DM Sans SemiBold"/>
                          <a:sym typeface="DM Sans SemiBold"/>
                        </a:rPr>
                        <a:t>Build</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100" u="none" cap="none" strike="noStrike">
                          <a:solidFill>
                            <a:schemeClr val="lt1"/>
                          </a:solidFill>
                          <a:latin typeface="DM Sans SemiBold"/>
                          <a:ea typeface="DM Sans SemiBold"/>
                          <a:cs typeface="DM Sans SemiBold"/>
                          <a:sym typeface="DM Sans SemiBold"/>
                        </a:rPr>
                        <a:t>UAT &amp; Enablement </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c>
                  <a:txBody>
                    <a:bodyPr/>
                    <a:lstStyle/>
                    <a:p>
                      <a:pPr indent="0" lvl="0" marL="0" rtl="0" algn="ctr">
                        <a:lnSpc>
                          <a:spcPct val="115000"/>
                        </a:lnSpc>
                        <a:spcBef>
                          <a:spcPts val="0"/>
                        </a:spcBef>
                        <a:spcAft>
                          <a:spcPts val="0"/>
                        </a:spcAft>
                        <a:buClr>
                          <a:schemeClr val="dk1"/>
                        </a:buClr>
                        <a:buSzPts val="1000"/>
                        <a:buFont typeface="Arial"/>
                        <a:buNone/>
                      </a:pPr>
                      <a:r>
                        <a:rPr lang="en" sz="1100">
                          <a:solidFill>
                            <a:schemeClr val="lt1"/>
                          </a:solidFill>
                          <a:latin typeface="DM Sans SemiBold"/>
                          <a:ea typeface="DM Sans SemiBold"/>
                          <a:cs typeface="DM Sans SemiBold"/>
                          <a:sym typeface="DM Sans SemiBold"/>
                        </a:rPr>
                        <a:t>Go-Live</a:t>
                      </a:r>
                      <a:endParaRPr sz="1100" u="none" cap="none" strike="noStrike">
                        <a:solidFill>
                          <a:schemeClr val="lt1"/>
                        </a:solidFill>
                        <a:latin typeface="DM Sans SemiBold"/>
                        <a:ea typeface="DM Sans SemiBold"/>
                        <a:cs typeface="DM Sans SemiBold"/>
                        <a:sym typeface="DM Sans SemiBold"/>
                      </a:endParaRPr>
                    </a:p>
                  </a:txBody>
                  <a:tcPr marT="68575" marB="68575" marR="68575" marL="68575" anchor="ctr">
                    <a:lnL cap="flat" cmpd="sng" w="7150">
                      <a:solidFill>
                        <a:srgbClr val="888888"/>
                      </a:solidFill>
                      <a:prstDash val="solid"/>
                      <a:round/>
                      <a:headEnd len="sm" w="sm" type="none"/>
                      <a:tailEnd len="sm" w="sm" type="none"/>
                    </a:lnL>
                    <a:lnR cap="flat" cmpd="sng" w="7150">
                      <a:solidFill>
                        <a:srgbClr val="888888"/>
                      </a:solidFill>
                      <a:prstDash val="solid"/>
                      <a:round/>
                      <a:headEnd len="sm" w="sm" type="none"/>
                      <a:tailEnd len="sm" w="sm" type="none"/>
                    </a:lnR>
                    <a:lnT cap="flat" cmpd="sng" w="7150">
                      <a:solidFill>
                        <a:srgbClr val="888888"/>
                      </a:solidFill>
                      <a:prstDash val="solid"/>
                      <a:round/>
                      <a:headEnd len="sm" w="sm" type="none"/>
                      <a:tailEnd len="sm" w="sm" type="none"/>
                    </a:lnT>
                    <a:lnB cap="flat" cmpd="sng" w="7150">
                      <a:solidFill>
                        <a:srgbClr val="D9D9D9"/>
                      </a:solidFill>
                      <a:prstDash val="solid"/>
                      <a:round/>
                      <a:headEnd len="sm" w="sm" type="none"/>
                      <a:tailEnd len="sm" w="sm" type="none"/>
                    </a:lnB>
                    <a:solidFill>
                      <a:srgbClr val="0F2552"/>
                    </a:solidFill>
                  </a:tcPr>
                </a:tc>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Marketing</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Provide brand guidelines</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DealRoom / proposal design and  content</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Approve design</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Billing Business Owner</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Walk through current billing process</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Billing design approval and sign-off</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Build internal enablement &amp; change management plan, Sprint review</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Test, validate, sign-off</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Billing Rep</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Test &amp; validate</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Provide feedback</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Project Manager</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Owns project planning and cadence, keeps deliverables on track, and ensures stakeholder alignment.</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hMerge="1"/>
                <a:tc hMerge="1"/>
                <a:tc hMerge="1"/>
                <a:tc hMerge="1"/>
              </a:tr>
              <a:tr h="273150">
                <a:tc>
                  <a:txBody>
                    <a:bodyPr/>
                    <a:lstStyle/>
                    <a:p>
                      <a:pPr indent="0" lvl="0" marL="0" marR="0" rtl="0" algn="l">
                        <a:lnSpc>
                          <a:spcPct val="100000"/>
                        </a:lnSpc>
                        <a:spcBef>
                          <a:spcPts val="0"/>
                        </a:spcBef>
                        <a:spcAft>
                          <a:spcPts val="0"/>
                        </a:spcAft>
                        <a:buNone/>
                      </a:pPr>
                      <a:r>
                        <a:rPr b="1" lang="en" sz="1200">
                          <a:solidFill>
                            <a:srgbClr val="0F2552"/>
                          </a:solidFill>
                          <a:latin typeface="DM Sans"/>
                          <a:ea typeface="DM Sans"/>
                          <a:cs typeface="DM Sans"/>
                          <a:sym typeface="DM Sans"/>
                        </a:rPr>
                        <a:t>Leadership</a:t>
                      </a:r>
                      <a:endParaRPr b="1"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None/>
                      </a:pPr>
                      <a:r>
                        <a:rPr lang="en" sz="1200">
                          <a:solidFill>
                            <a:srgbClr val="0F2552"/>
                          </a:solidFill>
                          <a:latin typeface="DM Sans"/>
                          <a:ea typeface="DM Sans"/>
                          <a:cs typeface="DM Sans"/>
                          <a:sym typeface="DM Sans"/>
                        </a:rPr>
                        <a:t>Provides executive oversight, escalation, and steering decisions.</a:t>
                      </a:r>
                      <a:endParaRPr sz="1200">
                        <a:solidFill>
                          <a:srgbClr val="0F2552"/>
                        </a:solidFill>
                        <a:latin typeface="DM Sans"/>
                        <a:ea typeface="DM Sans"/>
                        <a:cs typeface="DM Sans"/>
                        <a:sym typeface="DM Sans"/>
                      </a:endParaRPr>
                    </a:p>
                  </a:txBody>
                  <a:tcPr marT="68575" marB="68575" marR="68575" marL="68575">
                    <a:lnL cap="flat" cmpd="sng" w="7150">
                      <a:solidFill>
                        <a:srgbClr val="D9D9D9"/>
                      </a:solidFill>
                      <a:prstDash val="solid"/>
                      <a:round/>
                      <a:headEnd len="sm" w="sm" type="none"/>
                      <a:tailEnd len="sm" w="sm" type="none"/>
                    </a:lnL>
                    <a:lnR cap="flat" cmpd="sng" w="7150">
                      <a:solidFill>
                        <a:srgbClr val="D9D9D9"/>
                      </a:solidFill>
                      <a:prstDash val="solid"/>
                      <a:round/>
                      <a:headEnd len="sm" w="sm" type="none"/>
                      <a:tailEnd len="sm" w="sm" type="none"/>
                    </a:lnR>
                    <a:lnT cap="flat" cmpd="sng" w="7150">
                      <a:solidFill>
                        <a:srgbClr val="D9D9D9"/>
                      </a:solidFill>
                      <a:prstDash val="solid"/>
                      <a:round/>
                      <a:headEnd len="sm" w="sm" type="none"/>
                      <a:tailEnd len="sm" w="sm" type="none"/>
                    </a:lnT>
                    <a:lnB cap="flat" cmpd="sng" w="7150">
                      <a:solidFill>
                        <a:srgbClr val="D9D9D9"/>
                      </a:solidFill>
                      <a:prstDash val="solid"/>
                      <a:round/>
                      <a:headEnd len="sm" w="sm" type="none"/>
                      <a:tailEnd len="sm" w="sm" type="none"/>
                    </a:lnB>
                  </a:tcPr>
                </a:tc>
                <a:tc hMerge="1"/>
                <a:tc hMerge="1"/>
                <a:tc hMerge="1"/>
                <a:tc hMerge="1"/>
              </a:tr>
            </a:tbl>
          </a:graphicData>
        </a:graphic>
      </p:graphicFrame>
      <p:sp>
        <p:nvSpPr>
          <p:cNvPr id="610" name="Google Shape;610;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1" name="Google Shape;611;p30"/>
          <p:cNvSpPr txBox="1"/>
          <p:nvPr/>
        </p:nvSpPr>
        <p:spPr>
          <a:xfrm>
            <a:off x="-50" y="4557594"/>
            <a:ext cx="9144000" cy="5769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Remove Billing if not required</a:t>
            </a:r>
            <a:endParaRPr>
              <a:solidFill>
                <a:srgbClr val="FF0000"/>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1"/>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1"/>
              </a:buClr>
              <a:buSzPts val="2700"/>
              <a:buFont typeface="Arial"/>
              <a:buNone/>
            </a:pPr>
            <a:r>
              <a:rPr lang="en"/>
              <a:t>Housekeeping</a:t>
            </a:r>
            <a:endParaRPr/>
          </a:p>
          <a:p>
            <a:pPr indent="0" lvl="0" marL="0" rtl="0" algn="l">
              <a:spcBef>
                <a:spcPts val="0"/>
              </a:spcBef>
              <a:spcAft>
                <a:spcPts val="0"/>
              </a:spcAft>
              <a:buNone/>
            </a:pPr>
            <a:r>
              <a:t/>
            </a:r>
            <a:endParaRPr/>
          </a:p>
        </p:txBody>
      </p:sp>
      <p:sp>
        <p:nvSpPr>
          <p:cNvPr id="618" name="Google Shape;618;p31"/>
          <p:cNvSpPr/>
          <p:nvPr/>
        </p:nvSpPr>
        <p:spPr>
          <a:xfrm>
            <a:off x="4682503" y="1247625"/>
            <a:ext cx="3492600" cy="3529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800"/>
              <a:buFont typeface="Arial"/>
              <a:buNone/>
            </a:pPr>
            <a:r>
              <a:t/>
            </a:r>
            <a:endParaRPr b="1">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rgbClr val="000000"/>
              </a:solidFill>
              <a:latin typeface="DM Sans"/>
              <a:ea typeface="DM Sans"/>
              <a:cs typeface="DM Sans"/>
              <a:sym typeface="DM Sans"/>
            </a:endParaRPr>
          </a:p>
        </p:txBody>
      </p:sp>
      <p:sp>
        <p:nvSpPr>
          <p:cNvPr id="619" name="Google Shape;619;p31"/>
          <p:cNvSpPr/>
          <p:nvPr/>
        </p:nvSpPr>
        <p:spPr>
          <a:xfrm>
            <a:off x="968900" y="1247625"/>
            <a:ext cx="3492600" cy="3529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800"/>
              <a:buFont typeface="Arial"/>
              <a:buNone/>
            </a:pPr>
            <a:r>
              <a:t/>
            </a:r>
            <a:endParaRPr b="1">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rgbClr val="000000"/>
              </a:solidFill>
              <a:latin typeface="DM Sans"/>
              <a:ea typeface="DM Sans"/>
              <a:cs typeface="DM Sans"/>
              <a:sym typeface="DM Sans"/>
            </a:endParaRPr>
          </a:p>
        </p:txBody>
      </p:sp>
      <p:sp>
        <p:nvSpPr>
          <p:cNvPr id="620" name="Google Shape;620;p31"/>
          <p:cNvSpPr txBox="1"/>
          <p:nvPr/>
        </p:nvSpPr>
        <p:spPr>
          <a:xfrm>
            <a:off x="1173188" y="1429994"/>
            <a:ext cx="2027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1600">
                <a:solidFill>
                  <a:srgbClr val="6091BF"/>
                </a:solidFill>
                <a:latin typeface="Source Serif 4"/>
                <a:ea typeface="Source Serif 4"/>
                <a:cs typeface="Source Serif 4"/>
                <a:sym typeface="Source Serif 4"/>
              </a:rPr>
              <a:t>Tracking progress</a:t>
            </a:r>
            <a:endParaRPr b="1">
              <a:solidFill>
                <a:srgbClr val="6091BF"/>
              </a:solidFill>
              <a:latin typeface="Source Serif 4"/>
              <a:ea typeface="Source Serif 4"/>
              <a:cs typeface="Source Serif 4"/>
              <a:sym typeface="Source Serif 4"/>
            </a:endParaRPr>
          </a:p>
        </p:txBody>
      </p:sp>
      <p:sp>
        <p:nvSpPr>
          <p:cNvPr id="621" name="Google Shape;621;p31"/>
          <p:cNvSpPr txBox="1"/>
          <p:nvPr/>
        </p:nvSpPr>
        <p:spPr>
          <a:xfrm>
            <a:off x="1016988" y="1939195"/>
            <a:ext cx="3366300" cy="2606400"/>
          </a:xfrm>
          <a:prstGeom prst="rect">
            <a:avLst/>
          </a:prstGeom>
          <a:noFill/>
          <a:ln>
            <a:noFill/>
          </a:ln>
        </p:spPr>
        <p:txBody>
          <a:bodyPr anchorCtr="0" anchor="t" bIns="91425" lIns="91425" spcFirstLastPara="1" rIns="91425" wrap="square" tIns="91425">
            <a:spAutoFit/>
          </a:bodyPr>
          <a:lstStyle/>
          <a:p>
            <a:pPr indent="-215900" lvl="0" marL="393700" rtl="0" algn="l">
              <a:lnSpc>
                <a:spcPct val="10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Project Plan will be created and maintained in: </a:t>
            </a:r>
            <a:r>
              <a:rPr lang="en" sz="1200" u="sng">
                <a:solidFill>
                  <a:schemeClr val="hlink"/>
                </a:solidFill>
                <a:latin typeface="DM Sans"/>
                <a:ea typeface="DM Sans"/>
                <a:cs typeface="DM Sans"/>
                <a:sym typeface="DM Sans"/>
                <a:hlinkClick r:id="rId3"/>
              </a:rPr>
              <a:t>Monday.com</a:t>
            </a:r>
            <a:r>
              <a:rPr lang="en" sz="1200">
                <a:solidFill>
                  <a:srgbClr val="0F2552"/>
                </a:solidFill>
                <a:latin typeface="DM Sans"/>
                <a:ea typeface="DM Sans"/>
                <a:cs typeface="DM Sans"/>
                <a:sym typeface="DM Sans"/>
              </a:rPr>
              <a:t>    </a:t>
            </a:r>
            <a:br>
              <a:rPr lang="en" sz="1200">
                <a:solidFill>
                  <a:srgbClr val="0F2552"/>
                </a:solidFill>
                <a:latin typeface="DM Sans"/>
                <a:ea typeface="DM Sans"/>
                <a:cs typeface="DM Sans"/>
                <a:sym typeface="DM Sans"/>
              </a:rPr>
            </a:br>
            <a:endParaRPr sz="1200">
              <a:solidFill>
                <a:srgbClr val="0F2552"/>
              </a:solidFill>
              <a:latin typeface="DM Sans"/>
              <a:ea typeface="DM Sans"/>
              <a:cs typeface="DM Sans"/>
              <a:sym typeface="DM Sans"/>
            </a:endParaRPr>
          </a:p>
          <a:p>
            <a:pPr indent="-215900" lvl="0" marL="393700" rtl="0" algn="l">
              <a:lnSpc>
                <a:spcPct val="100000"/>
              </a:lnSpc>
              <a:spcBef>
                <a:spcPts val="40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Weekly Status Reports</a:t>
            </a:r>
            <a:br>
              <a:rPr lang="en" sz="1200">
                <a:solidFill>
                  <a:srgbClr val="0F2552"/>
                </a:solidFill>
                <a:latin typeface="DM Sans"/>
                <a:ea typeface="DM Sans"/>
                <a:cs typeface="DM Sans"/>
                <a:sym typeface="DM Sans"/>
              </a:rPr>
            </a:br>
            <a:endParaRPr sz="1200">
              <a:solidFill>
                <a:srgbClr val="0F2552"/>
              </a:solidFill>
              <a:latin typeface="DM Sans"/>
              <a:ea typeface="DM Sans"/>
              <a:cs typeface="DM Sans"/>
              <a:sym typeface="DM Sans"/>
            </a:endParaRPr>
          </a:p>
          <a:p>
            <a:pPr indent="-215900" lvl="0" marL="393700" rtl="0" algn="l">
              <a:lnSpc>
                <a:spcPct val="100000"/>
              </a:lnSpc>
              <a:spcBef>
                <a:spcPts val="40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Weekly project status sessions (core team). 1 hour meeting to review of project schedule, key issues and risks</a:t>
            </a:r>
            <a:br>
              <a:rPr lang="en" sz="1200">
                <a:solidFill>
                  <a:srgbClr val="0F2552"/>
                </a:solidFill>
                <a:latin typeface="DM Sans"/>
                <a:ea typeface="DM Sans"/>
                <a:cs typeface="DM Sans"/>
                <a:sym typeface="DM Sans"/>
              </a:rPr>
            </a:br>
            <a:endParaRPr sz="1200">
              <a:solidFill>
                <a:srgbClr val="0F2552"/>
              </a:solidFill>
              <a:latin typeface="DM Sans"/>
              <a:ea typeface="DM Sans"/>
              <a:cs typeface="DM Sans"/>
              <a:sym typeface="DM Sans"/>
            </a:endParaRPr>
          </a:p>
          <a:p>
            <a:pPr indent="-215900" lvl="0" marL="393700" rtl="0" algn="l">
              <a:lnSpc>
                <a:spcPct val="100000"/>
              </a:lnSpc>
              <a:spcBef>
                <a:spcPts val="40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Sprint Review Sessions</a:t>
            </a:r>
            <a:br>
              <a:rPr lang="en" sz="1200">
                <a:solidFill>
                  <a:srgbClr val="0F2552"/>
                </a:solidFill>
                <a:latin typeface="DM Sans"/>
                <a:ea typeface="DM Sans"/>
                <a:cs typeface="DM Sans"/>
                <a:sym typeface="DM Sans"/>
              </a:rPr>
            </a:br>
            <a:endParaRPr sz="1200">
              <a:solidFill>
                <a:srgbClr val="0F2552"/>
              </a:solidFill>
              <a:latin typeface="DM Sans"/>
              <a:ea typeface="DM Sans"/>
              <a:cs typeface="DM Sans"/>
              <a:sym typeface="DM Sans"/>
            </a:endParaRPr>
          </a:p>
          <a:p>
            <a:pPr indent="-215900" lvl="0" marL="393700" rtl="0" algn="l">
              <a:lnSpc>
                <a:spcPct val="100000"/>
              </a:lnSpc>
              <a:spcBef>
                <a:spcPts val="400"/>
              </a:spcBef>
              <a:spcAft>
                <a:spcPts val="400"/>
              </a:spcAft>
              <a:buClr>
                <a:srgbClr val="0F2552"/>
              </a:buClr>
              <a:buSzPts val="1200"/>
              <a:buFont typeface="DM Sans"/>
              <a:buChar char="●"/>
            </a:pPr>
            <a:r>
              <a:rPr lang="en" sz="1200">
                <a:solidFill>
                  <a:srgbClr val="0F2552"/>
                </a:solidFill>
                <a:latin typeface="DM Sans"/>
                <a:ea typeface="DM Sans"/>
                <a:cs typeface="DM Sans"/>
                <a:sym typeface="DM Sans"/>
              </a:rPr>
              <a:t>Steering Committees</a:t>
            </a:r>
            <a:endParaRPr sz="1200">
              <a:solidFill>
                <a:srgbClr val="0F2552"/>
              </a:solidFill>
              <a:latin typeface="DM Sans"/>
              <a:ea typeface="DM Sans"/>
              <a:cs typeface="DM Sans"/>
              <a:sym typeface="DM Sans"/>
            </a:endParaRPr>
          </a:p>
        </p:txBody>
      </p:sp>
      <p:sp>
        <p:nvSpPr>
          <p:cNvPr id="622" name="Google Shape;622;p31"/>
          <p:cNvSpPr txBox="1"/>
          <p:nvPr/>
        </p:nvSpPr>
        <p:spPr>
          <a:xfrm>
            <a:off x="4901851" y="1429998"/>
            <a:ext cx="263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b="1" lang="en" sz="1600">
                <a:solidFill>
                  <a:srgbClr val="6091BF"/>
                </a:solidFill>
                <a:latin typeface="Source Serif 4"/>
                <a:ea typeface="Source Serif 4"/>
                <a:cs typeface="Source Serif 4"/>
                <a:sym typeface="Source Serif 4"/>
              </a:rPr>
              <a:t>Collaboration Tools</a:t>
            </a:r>
            <a:endParaRPr b="1" sz="1600">
              <a:solidFill>
                <a:srgbClr val="6091BF"/>
              </a:solidFill>
              <a:latin typeface="Source Serif 4"/>
              <a:ea typeface="Source Serif 4"/>
              <a:cs typeface="Source Serif 4"/>
              <a:sym typeface="Source Serif 4"/>
            </a:endParaRPr>
          </a:p>
        </p:txBody>
      </p:sp>
      <p:sp>
        <p:nvSpPr>
          <p:cNvPr id="623" name="Google Shape;623;p31"/>
          <p:cNvSpPr txBox="1"/>
          <p:nvPr/>
        </p:nvSpPr>
        <p:spPr>
          <a:xfrm>
            <a:off x="4745651" y="1939195"/>
            <a:ext cx="3366300" cy="1210800"/>
          </a:xfrm>
          <a:prstGeom prst="rect">
            <a:avLst/>
          </a:prstGeom>
          <a:noFill/>
          <a:ln>
            <a:noFill/>
          </a:ln>
        </p:spPr>
        <p:txBody>
          <a:bodyPr anchorCtr="0" anchor="t" bIns="91425" lIns="91425" spcFirstLastPara="1" rIns="91425" wrap="square" tIns="91425">
            <a:spAutoFit/>
          </a:bodyPr>
          <a:lstStyle/>
          <a:p>
            <a:pPr indent="-215900" lvl="0" marL="393700" rtl="0" algn="l">
              <a:lnSpc>
                <a:spcPct val="100000"/>
              </a:lnSpc>
              <a:spcBef>
                <a:spcPts val="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Slack\Teams</a:t>
            </a:r>
            <a:br>
              <a:rPr lang="en" sz="1200">
                <a:solidFill>
                  <a:srgbClr val="0F2552"/>
                </a:solidFill>
                <a:latin typeface="DM Sans"/>
                <a:ea typeface="DM Sans"/>
                <a:cs typeface="DM Sans"/>
                <a:sym typeface="DM Sans"/>
              </a:rPr>
            </a:br>
            <a:endParaRPr sz="1200">
              <a:solidFill>
                <a:srgbClr val="0F2552"/>
              </a:solidFill>
              <a:latin typeface="DM Sans"/>
              <a:ea typeface="DM Sans"/>
              <a:cs typeface="DM Sans"/>
              <a:sym typeface="DM Sans"/>
            </a:endParaRPr>
          </a:p>
          <a:p>
            <a:pPr indent="-215900" lvl="0" marL="393700" rtl="0" algn="l">
              <a:lnSpc>
                <a:spcPct val="100000"/>
              </a:lnSpc>
              <a:spcBef>
                <a:spcPts val="400"/>
              </a:spcBef>
              <a:spcAft>
                <a:spcPts val="0"/>
              </a:spcAft>
              <a:buClr>
                <a:srgbClr val="0F2552"/>
              </a:buClr>
              <a:buSzPts val="1200"/>
              <a:buFont typeface="DM Sans"/>
              <a:buChar char="●"/>
            </a:pPr>
            <a:r>
              <a:rPr lang="en" sz="1200">
                <a:solidFill>
                  <a:srgbClr val="0F2552"/>
                </a:solidFill>
                <a:latin typeface="DM Sans"/>
                <a:ea typeface="DM Sans"/>
                <a:cs typeface="DM Sans"/>
                <a:sym typeface="DM Sans"/>
              </a:rPr>
              <a:t>Zoom\Google Meet\Teams</a:t>
            </a:r>
            <a:br>
              <a:rPr lang="en" sz="1200">
                <a:solidFill>
                  <a:srgbClr val="0F2552"/>
                </a:solidFill>
                <a:latin typeface="DM Sans"/>
                <a:ea typeface="DM Sans"/>
                <a:cs typeface="DM Sans"/>
                <a:sym typeface="DM Sans"/>
              </a:rPr>
            </a:br>
            <a:endParaRPr sz="1200">
              <a:solidFill>
                <a:srgbClr val="0F2552"/>
              </a:solidFill>
              <a:latin typeface="DM Sans"/>
              <a:ea typeface="DM Sans"/>
              <a:cs typeface="DM Sans"/>
              <a:sym typeface="DM Sans"/>
            </a:endParaRPr>
          </a:p>
          <a:p>
            <a:pPr indent="-215900" lvl="0" marL="393700" rtl="0" algn="l">
              <a:lnSpc>
                <a:spcPct val="100000"/>
              </a:lnSpc>
              <a:spcBef>
                <a:spcPts val="400"/>
              </a:spcBef>
              <a:spcAft>
                <a:spcPts val="400"/>
              </a:spcAft>
              <a:buClr>
                <a:srgbClr val="0F2552"/>
              </a:buClr>
              <a:buSzPts val="1200"/>
              <a:buFont typeface="DM Sans"/>
              <a:buChar char="●"/>
            </a:pPr>
            <a:r>
              <a:rPr lang="en" sz="1200">
                <a:solidFill>
                  <a:srgbClr val="0F2552"/>
                </a:solidFill>
                <a:latin typeface="DM Sans"/>
                <a:ea typeface="DM Sans"/>
                <a:cs typeface="DM Sans"/>
                <a:sym typeface="DM Sans"/>
              </a:rPr>
              <a:t>Google Drive</a:t>
            </a:r>
            <a:endParaRPr sz="1200">
              <a:solidFill>
                <a:srgbClr val="0F2552"/>
              </a:solidFill>
              <a:latin typeface="DM Sans"/>
              <a:ea typeface="DM Sans"/>
              <a:cs typeface="DM Sans"/>
              <a:sym typeface="DM Sans"/>
            </a:endParaRPr>
          </a:p>
        </p:txBody>
      </p:sp>
      <p:sp>
        <p:nvSpPr>
          <p:cNvPr id="624" name="Google Shape;624;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32"/>
          <p:cNvSpPr txBox="1"/>
          <p:nvPr>
            <p:ph type="title"/>
          </p:nvPr>
        </p:nvSpPr>
        <p:spPr>
          <a:xfrm>
            <a:off x="394825" y="1736827"/>
            <a:ext cx="3864600" cy="1247700"/>
          </a:xfrm>
          <a:prstGeom prst="rect">
            <a:avLst/>
          </a:prstGeom>
        </p:spPr>
        <p:txBody>
          <a:bodyPr anchorCtr="0" anchor="t" bIns="91425" lIns="91425" spcFirstLastPara="1" rIns="91425" wrap="square" tIns="91425">
            <a:noAutofit/>
          </a:bodyPr>
          <a:lstStyle/>
          <a:p>
            <a:pPr indent="0" lvl="0" marL="0" marR="0" rtl="0" algn="l">
              <a:lnSpc>
                <a:spcPct val="90000"/>
              </a:lnSpc>
              <a:spcBef>
                <a:spcPts val="0"/>
              </a:spcBef>
              <a:spcAft>
                <a:spcPts val="0"/>
              </a:spcAft>
              <a:buNone/>
            </a:pPr>
            <a:r>
              <a:rPr lang="en">
                <a:solidFill>
                  <a:srgbClr val="0F2552"/>
                </a:solidFill>
              </a:rPr>
              <a:t>What’s Next?</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9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9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a:p>
            <a:pPr indent="0" lvl="0" marL="0" marR="0" rtl="0" algn="l">
              <a:lnSpc>
                <a:spcPct val="100000"/>
              </a:lnSpc>
              <a:spcBef>
                <a:spcPts val="0"/>
              </a:spcBef>
              <a:spcAft>
                <a:spcPts val="0"/>
              </a:spcAft>
              <a:buNone/>
            </a:pPr>
            <a:r>
              <a:t/>
            </a:r>
            <a:endParaRPr sz="4000">
              <a:solidFill>
                <a:srgbClr val="0F2552"/>
              </a:solidFill>
              <a:latin typeface="Source Serif 4 SemiBold"/>
              <a:ea typeface="Source Serif 4 SemiBold"/>
              <a:cs typeface="Source Serif 4 SemiBold"/>
              <a:sym typeface="Source Serif 4 SemiBold"/>
            </a:endParaRPr>
          </a:p>
        </p:txBody>
      </p:sp>
      <p:sp>
        <p:nvSpPr>
          <p:cNvPr id="630" name="Google Shape;630;p32"/>
          <p:cNvSpPr txBox="1"/>
          <p:nvPr/>
        </p:nvSpPr>
        <p:spPr>
          <a:xfrm>
            <a:off x="393450" y="1147594"/>
            <a:ext cx="132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2000">
                <a:solidFill>
                  <a:srgbClr val="163C70"/>
                </a:solidFill>
                <a:latin typeface="DM Sans Medium"/>
                <a:ea typeface="DM Sans Medium"/>
                <a:cs typeface="DM Sans Medium"/>
                <a:sym typeface="DM Sans Medium"/>
              </a:rPr>
              <a:t>05</a:t>
            </a:r>
            <a:endParaRPr sz="1800">
              <a:latin typeface="DM Sans Medium"/>
              <a:ea typeface="DM Sans Medium"/>
              <a:cs typeface="DM Sans Medium"/>
              <a:sym typeface="DM Sans Medium"/>
            </a:endParaRPr>
          </a:p>
        </p:txBody>
      </p:sp>
      <p:cxnSp>
        <p:nvCxnSpPr>
          <p:cNvPr id="631" name="Google Shape;631;p32"/>
          <p:cNvCxnSpPr/>
          <p:nvPr/>
        </p:nvCxnSpPr>
        <p:spPr>
          <a:xfrm>
            <a:off x="471034" y="1587365"/>
            <a:ext cx="392100" cy="0"/>
          </a:xfrm>
          <a:prstGeom prst="straightConnector1">
            <a:avLst/>
          </a:prstGeom>
          <a:noFill/>
          <a:ln cap="flat" cmpd="sng" w="38100">
            <a:solidFill>
              <a:srgbClr val="23D1AF"/>
            </a:solidFill>
            <a:prstDash val="solid"/>
            <a:round/>
            <a:headEnd len="med" w="med" type="none"/>
            <a:tailEnd len="med" w="med" type="none"/>
          </a:ln>
        </p:spPr>
      </p:cxnSp>
      <p:sp>
        <p:nvSpPr>
          <p:cNvPr id="632" name="Google Shape;632;p32"/>
          <p:cNvSpPr txBox="1"/>
          <p:nvPr>
            <p:ph idx="1" type="subTitle"/>
          </p:nvPr>
        </p:nvSpPr>
        <p:spPr>
          <a:xfrm>
            <a:off x="411925" y="1142400"/>
            <a:ext cx="4443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633" name="Google Shape;633;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3"/>
          <p:cNvSpPr txBox="1"/>
          <p:nvPr>
            <p:ph type="title"/>
          </p:nvPr>
        </p:nvSpPr>
        <p:spPr>
          <a:xfrm>
            <a:off x="334650" y="180975"/>
            <a:ext cx="7645800" cy="5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What’s Next? </a:t>
            </a:r>
            <a:endParaRPr sz="1900"/>
          </a:p>
        </p:txBody>
      </p:sp>
      <p:graphicFrame>
        <p:nvGraphicFramePr>
          <p:cNvPr id="640" name="Google Shape;640;p33"/>
          <p:cNvGraphicFramePr/>
          <p:nvPr/>
        </p:nvGraphicFramePr>
        <p:xfrm>
          <a:off x="476256" y="1126704"/>
          <a:ext cx="3000000" cy="3000000"/>
        </p:xfrm>
        <a:graphic>
          <a:graphicData uri="http://schemas.openxmlformats.org/drawingml/2006/table">
            <a:tbl>
              <a:tblPr>
                <a:noFill/>
                <a:tableStyleId>{87C15E30-1557-4629-8B5C-F45806FD9A62}</a:tableStyleId>
              </a:tblPr>
              <a:tblGrid>
                <a:gridCol w="337150"/>
                <a:gridCol w="1674225"/>
                <a:gridCol w="4363950"/>
                <a:gridCol w="2064625"/>
              </a:tblGrid>
              <a:tr h="497925">
                <a:tc>
                  <a:txBody>
                    <a:bodyPr/>
                    <a:lstStyle/>
                    <a:p>
                      <a:pPr indent="0" lvl="0" marL="0" marR="0" rtl="0" algn="ctr">
                        <a:lnSpc>
                          <a:spcPct val="115000"/>
                        </a:lnSpc>
                        <a:spcBef>
                          <a:spcPts val="0"/>
                        </a:spcBef>
                        <a:spcAft>
                          <a:spcPts val="0"/>
                        </a:spcAft>
                        <a:buNone/>
                      </a:pPr>
                      <a:r>
                        <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Item</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Description</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Audience</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r>
              <a:tr h="524750">
                <a:tc>
                  <a:txBody>
                    <a:bodyPr/>
                    <a:lstStyle/>
                    <a:p>
                      <a:pPr indent="0" lvl="0" marL="0" marR="0" rtl="0" algn="l">
                        <a:lnSpc>
                          <a:spcPct val="120000"/>
                        </a:lnSpc>
                        <a:spcBef>
                          <a:spcPts val="0"/>
                        </a:spcBef>
                        <a:spcAft>
                          <a:spcPts val="1000"/>
                        </a:spcAft>
                        <a:buNone/>
                      </a:pPr>
                      <a:r>
                        <a:rPr lang="en" sz="1150">
                          <a:solidFill>
                            <a:srgbClr val="163C70"/>
                          </a:solidFill>
                          <a:latin typeface="DM Sans"/>
                          <a:ea typeface="DM Sans"/>
                          <a:cs typeface="DM Sans"/>
                          <a:sym typeface="DM Sans"/>
                        </a:rPr>
                        <a:t>1</a:t>
                      </a:r>
                      <a:endParaRPr sz="115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1000"/>
                        </a:spcAft>
                        <a:buNone/>
                      </a:pPr>
                      <a:r>
                        <a:rPr lang="en" sz="1150">
                          <a:solidFill>
                            <a:srgbClr val="0F2552"/>
                          </a:solidFill>
                          <a:latin typeface="DM Sans"/>
                          <a:ea typeface="DM Sans"/>
                          <a:cs typeface="DM Sans"/>
                          <a:sym typeface="DM Sans"/>
                        </a:rPr>
                        <a:t>Learn about the solution</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238125" lvl="0" marL="342900" rtl="0" algn="l">
                        <a:lnSpc>
                          <a:spcPct val="115000"/>
                        </a:lnSpc>
                        <a:spcBef>
                          <a:spcPts val="500"/>
                        </a:spcBef>
                        <a:spcAft>
                          <a:spcPts val="0"/>
                        </a:spcAft>
                        <a:buClr>
                          <a:srgbClr val="0F2552"/>
                        </a:buClr>
                        <a:buSzPts val="1150"/>
                        <a:buFont typeface="Inter"/>
                        <a:buChar char="●"/>
                      </a:pPr>
                      <a:r>
                        <a:rPr lang="en" sz="1150">
                          <a:solidFill>
                            <a:srgbClr val="0F2552"/>
                          </a:solidFill>
                          <a:latin typeface="DM Sans"/>
                          <a:ea typeface="DM Sans"/>
                          <a:cs typeface="DM Sans"/>
                          <a:sym typeface="DM Sans"/>
                        </a:rPr>
                        <a:t>Administrator - Sign up and start the </a:t>
                      </a:r>
                      <a:r>
                        <a:rPr lang="en" sz="1150" u="sng">
                          <a:solidFill>
                            <a:schemeClr val="accent1"/>
                          </a:solidFill>
                          <a:latin typeface="DM Sans"/>
                          <a:ea typeface="DM Sans"/>
                          <a:cs typeface="DM Sans"/>
                          <a:sym typeface="DM Sans"/>
                          <a:hlinkClick r:id="rId3">
                            <a:extLst>
                              <a:ext uri="{A12FA001-AC4F-418D-AE19-62706E023703}">
                                <ahyp:hlinkClr val="tx"/>
                              </a:ext>
                            </a:extLst>
                          </a:hlinkClick>
                        </a:rPr>
                        <a:t>Admin Certification Course</a:t>
                      </a:r>
                      <a:endParaRPr sz="1150">
                        <a:solidFill>
                          <a:schemeClr val="accent1"/>
                        </a:solidFill>
                        <a:latin typeface="DM Sans"/>
                        <a:ea typeface="DM Sans"/>
                        <a:cs typeface="DM Sans"/>
                        <a:sym typeface="DM Sans"/>
                      </a:endParaRPr>
                    </a:p>
                    <a:p>
                      <a:pPr indent="-238125" lvl="0" marL="342900" rtl="0" algn="l">
                        <a:lnSpc>
                          <a:spcPct val="115000"/>
                        </a:lnSpc>
                        <a:spcBef>
                          <a:spcPts val="500"/>
                        </a:spcBef>
                        <a:spcAft>
                          <a:spcPts val="500"/>
                        </a:spcAft>
                        <a:buClr>
                          <a:srgbClr val="0F2552"/>
                        </a:buClr>
                        <a:buSzPts val="1150"/>
                        <a:buFont typeface="Inter"/>
                        <a:buChar char="●"/>
                      </a:pPr>
                      <a:r>
                        <a:rPr lang="en" sz="1150">
                          <a:solidFill>
                            <a:srgbClr val="0F2552"/>
                          </a:solidFill>
                          <a:latin typeface="DM Sans"/>
                          <a:ea typeface="DM Sans"/>
                          <a:cs typeface="DM Sans"/>
                          <a:sym typeface="DM Sans"/>
                        </a:rPr>
                        <a:t>Core Project team - </a:t>
                      </a:r>
                      <a:r>
                        <a:rPr lang="en" sz="1150">
                          <a:solidFill>
                            <a:srgbClr val="0F2552"/>
                          </a:solidFill>
                          <a:uFill>
                            <a:noFill/>
                          </a:uFill>
                          <a:latin typeface="DM Sans"/>
                          <a:ea typeface="DM Sans"/>
                          <a:cs typeface="DM Sans"/>
                          <a:sym typeface="DM Sans"/>
                          <a:hlinkClick r:id="rId4">
                            <a:extLst>
                              <a:ext uri="{A12FA001-AC4F-418D-AE19-62706E023703}">
                                <ahyp:hlinkClr val="tx"/>
                              </a:ext>
                            </a:extLst>
                          </a:hlinkClick>
                        </a:rPr>
                        <a:t>Sign up and complete the </a:t>
                      </a:r>
                      <a:r>
                        <a:rPr lang="en" sz="1150" u="sng">
                          <a:solidFill>
                            <a:srgbClr val="4A86E8"/>
                          </a:solidFill>
                          <a:latin typeface="DM Sans"/>
                          <a:ea typeface="DM Sans"/>
                          <a:cs typeface="DM Sans"/>
                          <a:sym typeface="DM Sans"/>
                          <a:hlinkClick r:id="rId5">
                            <a:extLst>
                              <a:ext uri="{A12FA001-AC4F-418D-AE19-62706E023703}">
                                <ahyp:hlinkClr val="tx"/>
                              </a:ext>
                            </a:extLst>
                          </a:hlinkClick>
                        </a:rPr>
                        <a:t>Overview</a:t>
                      </a:r>
                      <a:endParaRPr sz="1150">
                        <a:solidFill>
                          <a:srgbClr val="4A86E8"/>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 sz="1150">
                          <a:solidFill>
                            <a:srgbClr val="0F2552"/>
                          </a:solidFill>
                          <a:latin typeface="DM Sans"/>
                          <a:ea typeface="DM Sans"/>
                          <a:cs typeface="DM Sans"/>
                          <a:sym typeface="DM Sans"/>
                        </a:rPr>
                        <a:t>Core project team, DH </a:t>
                      </a:r>
                      <a:r>
                        <a:rPr lang="en" sz="1150">
                          <a:solidFill>
                            <a:srgbClr val="0F2552"/>
                          </a:solidFill>
                          <a:latin typeface="DM Sans"/>
                          <a:ea typeface="DM Sans"/>
                          <a:cs typeface="DM Sans"/>
                          <a:sym typeface="DM Sans"/>
                        </a:rPr>
                        <a:t>Administrator.</a:t>
                      </a:r>
                      <a:r>
                        <a:rPr lang="en" sz="1150">
                          <a:solidFill>
                            <a:srgbClr val="0F2552"/>
                          </a:solidFill>
                          <a:latin typeface="DM Sans"/>
                          <a:ea typeface="DM Sans"/>
                          <a:cs typeface="DM Sans"/>
                          <a:sym typeface="DM Sans"/>
                        </a:rPr>
                        <a:t> </a:t>
                      </a:r>
                      <a:endParaRPr sz="1150" u="none" cap="none" strike="noStrike">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389400">
                <a:tc>
                  <a:txBody>
                    <a:bodyPr/>
                    <a:lstStyle/>
                    <a:p>
                      <a:pPr indent="0" lvl="0" marL="0" marR="0" rtl="0" algn="l">
                        <a:lnSpc>
                          <a:spcPct val="120000"/>
                        </a:lnSpc>
                        <a:spcBef>
                          <a:spcPts val="0"/>
                        </a:spcBef>
                        <a:spcAft>
                          <a:spcPts val="1000"/>
                        </a:spcAft>
                        <a:buNone/>
                      </a:pPr>
                      <a:r>
                        <a:rPr lang="en" sz="1150">
                          <a:solidFill>
                            <a:srgbClr val="163C70"/>
                          </a:solidFill>
                          <a:latin typeface="DM Sans"/>
                          <a:ea typeface="DM Sans"/>
                          <a:cs typeface="DM Sans"/>
                          <a:sym typeface="DM Sans"/>
                        </a:rPr>
                        <a:t>2</a:t>
                      </a:r>
                      <a:endParaRPr sz="115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500"/>
                        </a:spcBef>
                        <a:spcAft>
                          <a:spcPts val="500"/>
                        </a:spcAft>
                        <a:buNone/>
                      </a:pPr>
                      <a:r>
                        <a:rPr lang="en" sz="1150">
                          <a:solidFill>
                            <a:srgbClr val="0F2552"/>
                          </a:solidFill>
                          <a:latin typeface="DM Sans"/>
                          <a:ea typeface="DM Sans"/>
                          <a:cs typeface="DM Sans"/>
                          <a:sym typeface="DM Sans"/>
                        </a:rPr>
                        <a:t>Overview </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500"/>
                        </a:spcBef>
                        <a:spcAft>
                          <a:spcPts val="500"/>
                        </a:spcAft>
                        <a:buNone/>
                      </a:pPr>
                      <a:r>
                        <a:rPr lang="en" sz="1150">
                          <a:solidFill>
                            <a:srgbClr val="0F2552"/>
                          </a:solidFill>
                          <a:latin typeface="DM Sans"/>
                          <a:ea typeface="DM Sans"/>
                          <a:cs typeface="DM Sans"/>
                          <a:sym typeface="DM Sans"/>
                        </a:rPr>
                        <a:t>High level overview of the user experience and and a glance at the Administration and configuration </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500"/>
                        </a:spcBef>
                        <a:spcAft>
                          <a:spcPts val="500"/>
                        </a:spcAft>
                        <a:buClr>
                          <a:schemeClr val="dk1"/>
                        </a:buClr>
                        <a:buSzPts val="1100"/>
                        <a:buFont typeface="Arial"/>
                        <a:buNone/>
                      </a:pPr>
                      <a:r>
                        <a:rPr lang="en" sz="1150">
                          <a:solidFill>
                            <a:srgbClr val="0F2552"/>
                          </a:solidFill>
                          <a:latin typeface="DM Sans"/>
                          <a:ea typeface="DM Sans"/>
                          <a:cs typeface="DM Sans"/>
                          <a:sym typeface="DM Sans"/>
                        </a:rPr>
                        <a:t>Core project team, Administrator. </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100000">
                <a:tc>
                  <a:txBody>
                    <a:bodyPr/>
                    <a:lstStyle/>
                    <a:p>
                      <a:pPr indent="0" lvl="0" marL="0" marR="0" rtl="0" algn="l">
                        <a:lnSpc>
                          <a:spcPct val="120000"/>
                        </a:lnSpc>
                        <a:spcBef>
                          <a:spcPts val="0"/>
                        </a:spcBef>
                        <a:spcAft>
                          <a:spcPts val="1000"/>
                        </a:spcAft>
                        <a:buNone/>
                      </a:pPr>
                      <a:r>
                        <a:rPr lang="en" sz="1150">
                          <a:solidFill>
                            <a:srgbClr val="163C70"/>
                          </a:solidFill>
                          <a:latin typeface="DM Sans"/>
                          <a:ea typeface="DM Sans"/>
                          <a:cs typeface="DM Sans"/>
                          <a:sym typeface="DM Sans"/>
                        </a:rPr>
                        <a:t>3</a:t>
                      </a:r>
                      <a:endParaRPr sz="115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500"/>
                        </a:spcBef>
                        <a:spcAft>
                          <a:spcPts val="500"/>
                        </a:spcAft>
                        <a:buNone/>
                      </a:pPr>
                      <a:r>
                        <a:rPr lang="en" sz="1150">
                          <a:solidFill>
                            <a:srgbClr val="0F2552"/>
                          </a:solidFill>
                          <a:latin typeface="DM Sans"/>
                          <a:ea typeface="DM Sans"/>
                          <a:cs typeface="DM Sans"/>
                          <a:sym typeface="DM Sans"/>
                        </a:rPr>
                        <a:t>Workshop </a:t>
                      </a:r>
                      <a:r>
                        <a:rPr lang="en" sz="1150">
                          <a:solidFill>
                            <a:srgbClr val="0F2552"/>
                          </a:solidFill>
                          <a:latin typeface="DM Sans"/>
                          <a:ea typeface="DM Sans"/>
                          <a:cs typeface="DM Sans"/>
                          <a:sym typeface="DM Sans"/>
                        </a:rPr>
                        <a:t>Prerequisites</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00000"/>
                        </a:lnSpc>
                        <a:spcBef>
                          <a:spcPts val="500"/>
                        </a:spcBef>
                        <a:spcAft>
                          <a:spcPts val="500"/>
                        </a:spcAft>
                        <a:buNone/>
                      </a:pPr>
                      <a:r>
                        <a:rPr lang="en" sz="1150">
                          <a:solidFill>
                            <a:srgbClr val="0F2552"/>
                          </a:solidFill>
                          <a:latin typeface="DM Sans"/>
                          <a:ea typeface="DM Sans"/>
                          <a:cs typeface="DM Sans"/>
                          <a:sym typeface="DM Sans"/>
                        </a:rPr>
                        <a:t>Complete the billing </a:t>
                      </a:r>
                      <a:r>
                        <a:rPr lang="en" sz="1150">
                          <a:solidFill>
                            <a:srgbClr val="0F2552"/>
                          </a:solidFill>
                          <a:latin typeface="DM Sans"/>
                          <a:ea typeface="DM Sans"/>
                          <a:cs typeface="DM Sans"/>
                          <a:sym typeface="DM Sans"/>
                        </a:rPr>
                        <a:t>questionnaire</a:t>
                      </a:r>
                      <a:r>
                        <a:rPr lang="en" sz="1150">
                          <a:solidFill>
                            <a:srgbClr val="0F2552"/>
                          </a:solidFill>
                          <a:latin typeface="DM Sans"/>
                          <a:ea typeface="DM Sans"/>
                          <a:cs typeface="DM Sans"/>
                          <a:sym typeface="DM Sans"/>
                        </a:rPr>
                        <a:t> and review the preparation document</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00000"/>
                        </a:lnSpc>
                        <a:spcBef>
                          <a:spcPts val="500"/>
                        </a:spcBef>
                        <a:spcAft>
                          <a:spcPts val="500"/>
                        </a:spcAft>
                        <a:buNone/>
                      </a:pPr>
                      <a:r>
                        <a:rPr lang="en" sz="1150">
                          <a:solidFill>
                            <a:srgbClr val="0F2552"/>
                          </a:solidFill>
                          <a:latin typeface="DM Sans"/>
                          <a:ea typeface="DM Sans"/>
                          <a:cs typeface="DM Sans"/>
                          <a:sym typeface="DM Sans"/>
                        </a:rPr>
                        <a:t>Relevant SME</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bl>
          </a:graphicData>
        </a:graphic>
      </p:graphicFrame>
      <p:sp>
        <p:nvSpPr>
          <p:cNvPr id="641" name="Google Shape;641;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2" name="Google Shape;642;p33"/>
          <p:cNvSpPr txBox="1"/>
          <p:nvPr/>
        </p:nvSpPr>
        <p:spPr>
          <a:xfrm>
            <a:off x="-50" y="4557594"/>
            <a:ext cx="9144000" cy="5769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For CPQ + </a:t>
            </a:r>
            <a:r>
              <a:rPr lang="en">
                <a:solidFill>
                  <a:srgbClr val="FF0000"/>
                </a:solidFill>
                <a:latin typeface="DM Sans"/>
                <a:ea typeface="DM Sans"/>
                <a:cs typeface="DM Sans"/>
                <a:sym typeface="DM Sans"/>
              </a:rPr>
              <a:t>Billing project</a:t>
            </a:r>
            <a:endParaRPr>
              <a:solidFill>
                <a:srgbClr val="FF0000"/>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4"/>
          <p:cNvSpPr txBox="1"/>
          <p:nvPr>
            <p:ph type="title"/>
          </p:nvPr>
        </p:nvSpPr>
        <p:spPr>
          <a:xfrm>
            <a:off x="334650" y="180975"/>
            <a:ext cx="7645800" cy="5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What’s Next? </a:t>
            </a:r>
            <a:endParaRPr sz="1900"/>
          </a:p>
        </p:txBody>
      </p:sp>
      <p:graphicFrame>
        <p:nvGraphicFramePr>
          <p:cNvPr id="649" name="Google Shape;649;p34"/>
          <p:cNvGraphicFramePr/>
          <p:nvPr/>
        </p:nvGraphicFramePr>
        <p:xfrm>
          <a:off x="476256" y="1126704"/>
          <a:ext cx="3000000" cy="3000000"/>
        </p:xfrm>
        <a:graphic>
          <a:graphicData uri="http://schemas.openxmlformats.org/drawingml/2006/table">
            <a:tbl>
              <a:tblPr>
                <a:noFill/>
                <a:tableStyleId>{87C15E30-1557-4629-8B5C-F45806FD9A62}</a:tableStyleId>
              </a:tblPr>
              <a:tblGrid>
                <a:gridCol w="337150"/>
                <a:gridCol w="1674225"/>
                <a:gridCol w="4363950"/>
                <a:gridCol w="2064625"/>
              </a:tblGrid>
              <a:tr h="497925">
                <a:tc>
                  <a:txBody>
                    <a:bodyPr/>
                    <a:lstStyle/>
                    <a:p>
                      <a:pPr indent="0" lvl="0" marL="0" marR="0" rtl="0" algn="ctr">
                        <a:lnSpc>
                          <a:spcPct val="115000"/>
                        </a:lnSpc>
                        <a:spcBef>
                          <a:spcPts val="0"/>
                        </a:spcBef>
                        <a:spcAft>
                          <a:spcPts val="0"/>
                        </a:spcAft>
                        <a:buNone/>
                      </a:pPr>
                      <a:r>
                        <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Item</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Description</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Audience</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r>
              <a:tr h="524750">
                <a:tc>
                  <a:txBody>
                    <a:bodyPr/>
                    <a:lstStyle/>
                    <a:p>
                      <a:pPr indent="0" lvl="0" marL="0" marR="0" rtl="0" algn="l">
                        <a:lnSpc>
                          <a:spcPct val="120000"/>
                        </a:lnSpc>
                        <a:spcBef>
                          <a:spcPts val="0"/>
                        </a:spcBef>
                        <a:spcAft>
                          <a:spcPts val="1000"/>
                        </a:spcAft>
                        <a:buNone/>
                      </a:pPr>
                      <a:r>
                        <a:rPr lang="en" sz="1150">
                          <a:solidFill>
                            <a:srgbClr val="163C70"/>
                          </a:solidFill>
                          <a:latin typeface="DM Sans"/>
                          <a:ea typeface="DM Sans"/>
                          <a:cs typeface="DM Sans"/>
                          <a:sym typeface="DM Sans"/>
                        </a:rPr>
                        <a:t>1</a:t>
                      </a:r>
                      <a:endParaRPr sz="115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1000"/>
                        </a:spcAft>
                        <a:buNone/>
                      </a:pPr>
                      <a:r>
                        <a:rPr lang="en" sz="1150">
                          <a:solidFill>
                            <a:srgbClr val="0F2552"/>
                          </a:solidFill>
                          <a:latin typeface="DM Sans"/>
                          <a:ea typeface="DM Sans"/>
                          <a:cs typeface="DM Sans"/>
                          <a:sym typeface="DM Sans"/>
                        </a:rPr>
                        <a:t>Learn about the solution</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238125" lvl="0" marL="342900" rtl="0" algn="l">
                        <a:lnSpc>
                          <a:spcPct val="115000"/>
                        </a:lnSpc>
                        <a:spcBef>
                          <a:spcPts val="500"/>
                        </a:spcBef>
                        <a:spcAft>
                          <a:spcPts val="0"/>
                        </a:spcAft>
                        <a:buClr>
                          <a:srgbClr val="0F2552"/>
                        </a:buClr>
                        <a:buSzPts val="1150"/>
                        <a:buFont typeface="Inter"/>
                        <a:buChar char="●"/>
                      </a:pPr>
                      <a:r>
                        <a:rPr lang="en" sz="1150">
                          <a:solidFill>
                            <a:srgbClr val="0F2552"/>
                          </a:solidFill>
                          <a:latin typeface="DM Sans"/>
                          <a:ea typeface="DM Sans"/>
                          <a:cs typeface="DM Sans"/>
                          <a:sym typeface="DM Sans"/>
                        </a:rPr>
                        <a:t>Administrator - Sign up and start the </a:t>
                      </a:r>
                      <a:r>
                        <a:rPr lang="en" sz="1150" u="sng">
                          <a:solidFill>
                            <a:schemeClr val="accent1"/>
                          </a:solidFill>
                          <a:latin typeface="DM Sans"/>
                          <a:ea typeface="DM Sans"/>
                          <a:cs typeface="DM Sans"/>
                          <a:sym typeface="DM Sans"/>
                          <a:hlinkClick r:id="rId3">
                            <a:extLst>
                              <a:ext uri="{A12FA001-AC4F-418D-AE19-62706E023703}">
                                <ahyp:hlinkClr val="tx"/>
                              </a:ext>
                            </a:extLst>
                          </a:hlinkClick>
                        </a:rPr>
                        <a:t>Admin Certification Course</a:t>
                      </a:r>
                      <a:endParaRPr sz="1150">
                        <a:solidFill>
                          <a:schemeClr val="accent1"/>
                        </a:solidFill>
                        <a:latin typeface="DM Sans"/>
                        <a:ea typeface="DM Sans"/>
                        <a:cs typeface="DM Sans"/>
                        <a:sym typeface="DM Sans"/>
                      </a:endParaRPr>
                    </a:p>
                    <a:p>
                      <a:pPr indent="-238125" lvl="0" marL="342900" rtl="0" algn="l">
                        <a:lnSpc>
                          <a:spcPct val="115000"/>
                        </a:lnSpc>
                        <a:spcBef>
                          <a:spcPts val="500"/>
                        </a:spcBef>
                        <a:spcAft>
                          <a:spcPts val="500"/>
                        </a:spcAft>
                        <a:buClr>
                          <a:srgbClr val="0F2552"/>
                        </a:buClr>
                        <a:buSzPts val="1150"/>
                        <a:buFont typeface="Inter"/>
                        <a:buChar char="●"/>
                      </a:pPr>
                      <a:r>
                        <a:rPr lang="en" sz="1150">
                          <a:solidFill>
                            <a:srgbClr val="0F2552"/>
                          </a:solidFill>
                          <a:latin typeface="DM Sans"/>
                          <a:ea typeface="DM Sans"/>
                          <a:cs typeface="DM Sans"/>
                          <a:sym typeface="DM Sans"/>
                        </a:rPr>
                        <a:t>Core Project team - </a:t>
                      </a:r>
                      <a:r>
                        <a:rPr lang="en" sz="1150">
                          <a:solidFill>
                            <a:srgbClr val="0F2552"/>
                          </a:solidFill>
                          <a:uFill>
                            <a:noFill/>
                          </a:uFill>
                          <a:latin typeface="DM Sans"/>
                          <a:ea typeface="DM Sans"/>
                          <a:cs typeface="DM Sans"/>
                          <a:sym typeface="DM Sans"/>
                          <a:hlinkClick r:id="rId4">
                            <a:extLst>
                              <a:ext uri="{A12FA001-AC4F-418D-AE19-62706E023703}">
                                <ahyp:hlinkClr val="tx"/>
                              </a:ext>
                            </a:extLst>
                          </a:hlinkClick>
                        </a:rPr>
                        <a:t>Sign up and complete the </a:t>
                      </a:r>
                      <a:r>
                        <a:rPr lang="en" sz="1150" u="sng">
                          <a:solidFill>
                            <a:srgbClr val="4A86E8"/>
                          </a:solidFill>
                          <a:latin typeface="DM Sans"/>
                          <a:ea typeface="DM Sans"/>
                          <a:cs typeface="DM Sans"/>
                          <a:sym typeface="DM Sans"/>
                          <a:hlinkClick r:id="rId5">
                            <a:extLst>
                              <a:ext uri="{A12FA001-AC4F-418D-AE19-62706E023703}">
                                <ahyp:hlinkClr val="tx"/>
                              </a:ext>
                            </a:extLst>
                          </a:hlinkClick>
                        </a:rPr>
                        <a:t>Overview</a:t>
                      </a:r>
                      <a:endParaRPr sz="1150">
                        <a:solidFill>
                          <a:srgbClr val="4A86E8"/>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 sz="1150">
                          <a:solidFill>
                            <a:srgbClr val="0F2552"/>
                          </a:solidFill>
                          <a:latin typeface="DM Sans"/>
                          <a:ea typeface="DM Sans"/>
                          <a:cs typeface="DM Sans"/>
                          <a:sym typeface="DM Sans"/>
                        </a:rPr>
                        <a:t>Core project team, DH Administrator. </a:t>
                      </a:r>
                      <a:endParaRPr sz="1150" u="none" cap="none" strike="noStrike">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389400">
                <a:tc>
                  <a:txBody>
                    <a:bodyPr/>
                    <a:lstStyle/>
                    <a:p>
                      <a:pPr indent="0" lvl="0" marL="0" marR="0" rtl="0" algn="l">
                        <a:lnSpc>
                          <a:spcPct val="120000"/>
                        </a:lnSpc>
                        <a:spcBef>
                          <a:spcPts val="0"/>
                        </a:spcBef>
                        <a:spcAft>
                          <a:spcPts val="1000"/>
                        </a:spcAft>
                        <a:buNone/>
                      </a:pPr>
                      <a:r>
                        <a:rPr lang="en" sz="1150">
                          <a:solidFill>
                            <a:srgbClr val="163C70"/>
                          </a:solidFill>
                          <a:latin typeface="DM Sans"/>
                          <a:ea typeface="DM Sans"/>
                          <a:cs typeface="DM Sans"/>
                          <a:sym typeface="DM Sans"/>
                        </a:rPr>
                        <a:t>2</a:t>
                      </a:r>
                      <a:endParaRPr sz="115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500"/>
                        </a:spcBef>
                        <a:spcAft>
                          <a:spcPts val="500"/>
                        </a:spcAft>
                        <a:buNone/>
                      </a:pPr>
                      <a:r>
                        <a:rPr lang="en" sz="1150">
                          <a:solidFill>
                            <a:srgbClr val="0F2552"/>
                          </a:solidFill>
                          <a:latin typeface="DM Sans"/>
                          <a:ea typeface="DM Sans"/>
                          <a:cs typeface="DM Sans"/>
                          <a:sym typeface="DM Sans"/>
                        </a:rPr>
                        <a:t>Overview </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500"/>
                        </a:spcBef>
                        <a:spcAft>
                          <a:spcPts val="500"/>
                        </a:spcAft>
                        <a:buNone/>
                      </a:pPr>
                      <a:r>
                        <a:rPr lang="en" sz="1150">
                          <a:solidFill>
                            <a:srgbClr val="0F2552"/>
                          </a:solidFill>
                          <a:latin typeface="DM Sans"/>
                          <a:ea typeface="DM Sans"/>
                          <a:cs typeface="DM Sans"/>
                          <a:sym typeface="DM Sans"/>
                        </a:rPr>
                        <a:t>High level overview of the user experience and and a glance at the Administration and configuration </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500"/>
                        </a:spcBef>
                        <a:spcAft>
                          <a:spcPts val="500"/>
                        </a:spcAft>
                        <a:buClr>
                          <a:schemeClr val="dk1"/>
                        </a:buClr>
                        <a:buSzPts val="1100"/>
                        <a:buFont typeface="Arial"/>
                        <a:buNone/>
                      </a:pPr>
                      <a:r>
                        <a:rPr lang="en" sz="1150">
                          <a:solidFill>
                            <a:srgbClr val="0F2552"/>
                          </a:solidFill>
                          <a:latin typeface="DM Sans"/>
                          <a:ea typeface="DM Sans"/>
                          <a:cs typeface="DM Sans"/>
                          <a:sym typeface="DM Sans"/>
                        </a:rPr>
                        <a:t>Core project team, Administrator. </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100000">
                <a:tc>
                  <a:txBody>
                    <a:bodyPr/>
                    <a:lstStyle/>
                    <a:p>
                      <a:pPr indent="0" lvl="0" marL="0" marR="0" rtl="0" algn="l">
                        <a:lnSpc>
                          <a:spcPct val="120000"/>
                        </a:lnSpc>
                        <a:spcBef>
                          <a:spcPts val="0"/>
                        </a:spcBef>
                        <a:spcAft>
                          <a:spcPts val="1000"/>
                        </a:spcAft>
                        <a:buNone/>
                      </a:pPr>
                      <a:r>
                        <a:rPr lang="en" sz="1150">
                          <a:solidFill>
                            <a:srgbClr val="163C70"/>
                          </a:solidFill>
                          <a:latin typeface="DM Sans"/>
                          <a:ea typeface="DM Sans"/>
                          <a:cs typeface="DM Sans"/>
                          <a:sym typeface="DM Sans"/>
                        </a:rPr>
                        <a:t>3</a:t>
                      </a:r>
                      <a:endParaRPr sz="115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500"/>
                        </a:spcBef>
                        <a:spcAft>
                          <a:spcPts val="500"/>
                        </a:spcAft>
                        <a:buNone/>
                      </a:pPr>
                      <a:r>
                        <a:rPr lang="en" sz="1150">
                          <a:solidFill>
                            <a:srgbClr val="0F2552"/>
                          </a:solidFill>
                          <a:latin typeface="DM Sans"/>
                          <a:ea typeface="DM Sans"/>
                          <a:cs typeface="DM Sans"/>
                          <a:sym typeface="DM Sans"/>
                        </a:rPr>
                        <a:t>Workshop Prerequisites</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00000"/>
                        </a:lnSpc>
                        <a:spcBef>
                          <a:spcPts val="500"/>
                        </a:spcBef>
                        <a:spcAft>
                          <a:spcPts val="500"/>
                        </a:spcAft>
                        <a:buNone/>
                      </a:pPr>
                      <a:r>
                        <a:rPr lang="en" sz="1150">
                          <a:solidFill>
                            <a:srgbClr val="0F2552"/>
                          </a:solidFill>
                          <a:latin typeface="DM Sans"/>
                          <a:ea typeface="DM Sans"/>
                          <a:cs typeface="DM Sans"/>
                          <a:sym typeface="DM Sans"/>
                        </a:rPr>
                        <a:t>R</a:t>
                      </a:r>
                      <a:r>
                        <a:rPr lang="en" sz="1150">
                          <a:solidFill>
                            <a:srgbClr val="0F2552"/>
                          </a:solidFill>
                          <a:latin typeface="DM Sans"/>
                          <a:ea typeface="DM Sans"/>
                          <a:cs typeface="DM Sans"/>
                          <a:sym typeface="DM Sans"/>
                        </a:rPr>
                        <a:t>eview the preparation document</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00000"/>
                        </a:lnSpc>
                        <a:spcBef>
                          <a:spcPts val="500"/>
                        </a:spcBef>
                        <a:spcAft>
                          <a:spcPts val="500"/>
                        </a:spcAft>
                        <a:buNone/>
                      </a:pPr>
                      <a:r>
                        <a:rPr lang="en" sz="1150">
                          <a:solidFill>
                            <a:srgbClr val="0F2552"/>
                          </a:solidFill>
                          <a:latin typeface="DM Sans"/>
                          <a:ea typeface="DM Sans"/>
                          <a:cs typeface="DM Sans"/>
                          <a:sym typeface="DM Sans"/>
                        </a:rPr>
                        <a:t>Relevant SME</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bl>
          </a:graphicData>
        </a:graphic>
      </p:graphicFrame>
      <p:sp>
        <p:nvSpPr>
          <p:cNvPr id="650" name="Google Shape;650;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1" name="Google Shape;651;p34"/>
          <p:cNvSpPr txBox="1"/>
          <p:nvPr/>
        </p:nvSpPr>
        <p:spPr>
          <a:xfrm>
            <a:off x="-50" y="4557594"/>
            <a:ext cx="9144000" cy="5769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For CPQ ONLY project</a:t>
            </a:r>
            <a:endParaRPr>
              <a:solidFill>
                <a:srgbClr val="FF0000"/>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5"/>
          <p:cNvSpPr txBox="1"/>
          <p:nvPr>
            <p:ph type="title"/>
          </p:nvPr>
        </p:nvSpPr>
        <p:spPr>
          <a:xfrm>
            <a:off x="334650" y="180975"/>
            <a:ext cx="7645800" cy="5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What’s Next? </a:t>
            </a:r>
            <a:endParaRPr sz="1900"/>
          </a:p>
        </p:txBody>
      </p:sp>
      <p:graphicFrame>
        <p:nvGraphicFramePr>
          <p:cNvPr id="658" name="Google Shape;658;p35"/>
          <p:cNvGraphicFramePr/>
          <p:nvPr/>
        </p:nvGraphicFramePr>
        <p:xfrm>
          <a:off x="476256" y="1126704"/>
          <a:ext cx="3000000" cy="3000000"/>
        </p:xfrm>
        <a:graphic>
          <a:graphicData uri="http://schemas.openxmlformats.org/drawingml/2006/table">
            <a:tbl>
              <a:tblPr>
                <a:noFill/>
                <a:tableStyleId>{87C15E30-1557-4629-8B5C-F45806FD9A62}</a:tableStyleId>
              </a:tblPr>
              <a:tblGrid>
                <a:gridCol w="488775"/>
                <a:gridCol w="1344800"/>
                <a:gridCol w="4344500"/>
                <a:gridCol w="2261875"/>
              </a:tblGrid>
              <a:tr h="307075">
                <a:tc>
                  <a:txBody>
                    <a:bodyPr/>
                    <a:lstStyle/>
                    <a:p>
                      <a:pPr indent="0" lvl="0" marL="0" marR="0" rtl="0" algn="ctr">
                        <a:lnSpc>
                          <a:spcPct val="115000"/>
                        </a:lnSpc>
                        <a:spcBef>
                          <a:spcPts val="0"/>
                        </a:spcBef>
                        <a:spcAft>
                          <a:spcPts val="0"/>
                        </a:spcAft>
                        <a:buNone/>
                      </a:pPr>
                      <a:r>
                        <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Item</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Description</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200">
                          <a:solidFill>
                            <a:schemeClr val="lt1"/>
                          </a:solidFill>
                          <a:latin typeface="DM Sans SemiBold"/>
                          <a:ea typeface="DM Sans SemiBold"/>
                          <a:cs typeface="DM Sans SemiBold"/>
                          <a:sym typeface="DM Sans SemiBold"/>
                        </a:rPr>
                        <a:t>Audience</a:t>
                      </a:r>
                      <a:endParaRPr sz="1200">
                        <a:solidFill>
                          <a:schemeClr val="lt1"/>
                        </a:solidFill>
                        <a:latin typeface="DM Sans SemiBold"/>
                        <a:ea typeface="DM Sans SemiBold"/>
                        <a:cs typeface="DM Sans SemiBold"/>
                        <a:sym typeface="DM Sans SemiBold"/>
                      </a:endParaRPr>
                    </a:p>
                  </a:txBody>
                  <a:tcPr marT="68575" marB="68575" marR="68575" marL="68575">
                    <a:lnB cap="flat" cmpd="sng" w="7150">
                      <a:solidFill>
                        <a:srgbClr val="9E9E9E"/>
                      </a:solidFill>
                      <a:prstDash val="solid"/>
                      <a:round/>
                      <a:headEnd len="sm" w="sm" type="none"/>
                      <a:tailEnd len="sm" w="sm" type="none"/>
                    </a:lnB>
                    <a:solidFill>
                      <a:srgbClr val="0F2552"/>
                    </a:solidFill>
                  </a:tcPr>
                </a:tc>
              </a:tr>
              <a:tr h="703375">
                <a:tc>
                  <a:txBody>
                    <a:bodyPr/>
                    <a:lstStyle/>
                    <a:p>
                      <a:pPr indent="0" lvl="0" marL="0" marR="0" rtl="0" algn="l">
                        <a:lnSpc>
                          <a:spcPct val="120000"/>
                        </a:lnSpc>
                        <a:spcBef>
                          <a:spcPts val="0"/>
                        </a:spcBef>
                        <a:spcAft>
                          <a:spcPts val="1000"/>
                        </a:spcAft>
                        <a:buNone/>
                      </a:pPr>
                      <a:r>
                        <a:rPr lang="en" sz="1200">
                          <a:solidFill>
                            <a:srgbClr val="163C70"/>
                          </a:solidFill>
                          <a:latin typeface="DM Sans"/>
                          <a:ea typeface="DM Sans"/>
                          <a:cs typeface="DM Sans"/>
                          <a:sym typeface="DM Sans"/>
                        </a:rPr>
                        <a:t>4</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1000"/>
                        </a:spcAft>
                        <a:buClr>
                          <a:schemeClr val="dk1"/>
                        </a:buClr>
                        <a:buSzPts val="1100"/>
                        <a:buFont typeface="Arial"/>
                        <a:buNone/>
                      </a:pPr>
                      <a:r>
                        <a:rPr lang="en" sz="1150">
                          <a:solidFill>
                            <a:srgbClr val="0F2552"/>
                          </a:solidFill>
                          <a:latin typeface="DM Sans"/>
                          <a:ea typeface="DM Sans"/>
                          <a:cs typeface="DM Sans"/>
                          <a:sym typeface="DM Sans"/>
                        </a:rPr>
                        <a:t>GTM Business Process Discovery</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15000"/>
                        </a:lnSpc>
                        <a:spcBef>
                          <a:spcPts val="500"/>
                        </a:spcBef>
                        <a:spcAft>
                          <a:spcPts val="500"/>
                        </a:spcAft>
                        <a:buNone/>
                      </a:pPr>
                      <a:r>
                        <a:rPr lang="en" sz="1200">
                          <a:solidFill>
                            <a:srgbClr val="0F2552"/>
                          </a:solidFill>
                          <a:latin typeface="DM Sans"/>
                          <a:ea typeface="DM Sans"/>
                          <a:cs typeface="DM Sans"/>
                          <a:sym typeface="DM Sans"/>
                        </a:rPr>
                        <a:t>Helps a business map out their entire quote-to-revenue process, from how they sell and price to how deals are structured and approved.</a:t>
                      </a:r>
                      <a:endParaRPr sz="120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spcBef>
                          <a:spcPts val="600"/>
                        </a:spcBef>
                        <a:spcAft>
                          <a:spcPts val="1000"/>
                        </a:spcAft>
                        <a:buClr>
                          <a:schemeClr val="dk1"/>
                        </a:buClr>
                        <a:buSzPts val="1100"/>
                        <a:buFont typeface="Arial"/>
                        <a:buNone/>
                      </a:pPr>
                      <a:r>
                        <a:rPr lang="en" sz="1150">
                          <a:solidFill>
                            <a:srgbClr val="0F2552"/>
                          </a:solidFill>
                          <a:latin typeface="DM Sans"/>
                          <a:ea typeface="DM Sans"/>
                          <a:cs typeface="DM Sans"/>
                          <a:sym typeface="DM Sans"/>
                        </a:rPr>
                        <a:t>RevOps team, Sales Business owner, DH Administrator, Finance Rep</a:t>
                      </a:r>
                      <a:endParaRPr sz="120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517650">
                <a:tc>
                  <a:txBody>
                    <a:bodyPr/>
                    <a:lstStyle/>
                    <a:p>
                      <a:pPr indent="0" lvl="0" marL="0" marR="0" rtl="0" algn="l">
                        <a:lnSpc>
                          <a:spcPct val="120000"/>
                        </a:lnSpc>
                        <a:spcBef>
                          <a:spcPts val="0"/>
                        </a:spcBef>
                        <a:spcAft>
                          <a:spcPts val="1000"/>
                        </a:spcAft>
                        <a:buNone/>
                      </a:pPr>
                      <a:r>
                        <a:rPr lang="en" sz="1200">
                          <a:solidFill>
                            <a:srgbClr val="163C70"/>
                          </a:solidFill>
                          <a:latin typeface="DM Sans"/>
                          <a:ea typeface="DM Sans"/>
                          <a:cs typeface="DM Sans"/>
                          <a:sym typeface="DM Sans"/>
                        </a:rPr>
                        <a:t>5</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500"/>
                        </a:spcBef>
                        <a:spcAft>
                          <a:spcPts val="500"/>
                        </a:spcAft>
                        <a:buClr>
                          <a:schemeClr val="dk1"/>
                        </a:buClr>
                        <a:buSzPts val="1100"/>
                        <a:buFont typeface="Arial"/>
                        <a:buNone/>
                      </a:pPr>
                      <a:r>
                        <a:rPr lang="en" sz="1200">
                          <a:solidFill>
                            <a:srgbClr val="163C70"/>
                          </a:solidFill>
                          <a:latin typeface="DM Sans"/>
                          <a:ea typeface="DM Sans"/>
                          <a:cs typeface="DM Sans"/>
                          <a:sym typeface="DM Sans"/>
                        </a:rPr>
                        <a:t>Billing Workshop</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15000"/>
                        </a:lnSpc>
                        <a:spcBef>
                          <a:spcPts val="500"/>
                        </a:spcBef>
                        <a:spcAft>
                          <a:spcPts val="500"/>
                        </a:spcAft>
                        <a:buNone/>
                      </a:pPr>
                      <a:r>
                        <a:rPr lang="en" sz="1200">
                          <a:solidFill>
                            <a:srgbClr val="0F2552"/>
                          </a:solidFill>
                          <a:latin typeface="DM Sans"/>
                          <a:ea typeface="DM Sans"/>
                          <a:cs typeface="DM Sans"/>
                          <a:sym typeface="DM Sans"/>
                        </a:rPr>
                        <a:t>Covers how a business handles billing operations, from invoice generation and payment collection to ERP integration and revenue recognition.</a:t>
                      </a:r>
                      <a:endParaRPr sz="120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spcBef>
                          <a:spcPts val="600"/>
                        </a:spcBef>
                        <a:spcAft>
                          <a:spcPts val="1000"/>
                        </a:spcAft>
                        <a:buClr>
                          <a:schemeClr val="dk1"/>
                        </a:buClr>
                        <a:buSzPts val="1100"/>
                        <a:buFont typeface="Arial"/>
                        <a:buNone/>
                      </a:pPr>
                      <a:r>
                        <a:rPr lang="en" sz="1200">
                          <a:solidFill>
                            <a:srgbClr val="0F2552"/>
                          </a:solidFill>
                          <a:latin typeface="DM Sans"/>
                          <a:ea typeface="DM Sans"/>
                          <a:cs typeface="DM Sans"/>
                          <a:sym typeface="DM Sans"/>
                        </a:rPr>
                        <a:t>Billing team, DH Administrator</a:t>
                      </a:r>
                      <a:endParaRPr sz="115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703375">
                <a:tc>
                  <a:txBody>
                    <a:bodyPr/>
                    <a:lstStyle/>
                    <a:p>
                      <a:pPr indent="0" lvl="0" marL="0" marR="0" rtl="0" algn="l">
                        <a:lnSpc>
                          <a:spcPct val="120000"/>
                        </a:lnSpc>
                        <a:spcBef>
                          <a:spcPts val="0"/>
                        </a:spcBef>
                        <a:spcAft>
                          <a:spcPts val="1000"/>
                        </a:spcAft>
                        <a:buNone/>
                      </a:pPr>
                      <a:r>
                        <a:rPr lang="en" sz="1200">
                          <a:solidFill>
                            <a:srgbClr val="163C70"/>
                          </a:solidFill>
                          <a:latin typeface="DM Sans"/>
                          <a:ea typeface="DM Sans"/>
                          <a:cs typeface="DM Sans"/>
                          <a:sym typeface="DM Sans"/>
                        </a:rPr>
                        <a:t>6</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20000"/>
                        </a:lnSpc>
                        <a:spcBef>
                          <a:spcPts val="0"/>
                        </a:spcBef>
                        <a:spcAft>
                          <a:spcPts val="1000"/>
                        </a:spcAft>
                        <a:buClr>
                          <a:schemeClr val="dk1"/>
                        </a:buClr>
                        <a:buSzPts val="1100"/>
                        <a:buFont typeface="Arial"/>
                        <a:buNone/>
                      </a:pPr>
                      <a:r>
                        <a:rPr lang="en" sz="1150">
                          <a:solidFill>
                            <a:srgbClr val="0F2552"/>
                          </a:solidFill>
                          <a:latin typeface="DM Sans"/>
                          <a:ea typeface="DM Sans"/>
                          <a:cs typeface="DM Sans"/>
                          <a:sym typeface="DM Sans"/>
                        </a:rPr>
                        <a:t>Technical &amp; Systems Discovery</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solidFill>
                            <a:srgbClr val="0F2552"/>
                          </a:solidFill>
                          <a:latin typeface="DM Sans"/>
                          <a:ea typeface="DM Sans"/>
                          <a:cs typeface="DM Sans"/>
                          <a:sym typeface="DM Sans"/>
                        </a:rPr>
                        <a:t>Maps the business/billing processes to the actual technical systems — CRM objects, integration architecture, pricing logic, and data migration requirements.</a:t>
                      </a:r>
                      <a:endParaRPr sz="120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spcBef>
                          <a:spcPts val="600"/>
                        </a:spcBef>
                        <a:spcAft>
                          <a:spcPts val="1000"/>
                        </a:spcAft>
                        <a:buNone/>
                      </a:pPr>
                      <a:r>
                        <a:rPr lang="en" sz="1150">
                          <a:solidFill>
                            <a:srgbClr val="0F2552"/>
                          </a:solidFill>
                          <a:latin typeface="DM Sans"/>
                          <a:ea typeface="DM Sans"/>
                          <a:cs typeface="DM Sans"/>
                          <a:sym typeface="DM Sans"/>
                        </a:rPr>
                        <a:t>RevOps team, Sales Business owner, Systems/CRM Administrator</a:t>
                      </a:r>
                      <a:endParaRPr sz="1200">
                        <a:solidFill>
                          <a:srgbClr val="0F2552"/>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r h="665325">
                <a:tc>
                  <a:txBody>
                    <a:bodyPr/>
                    <a:lstStyle/>
                    <a:p>
                      <a:pPr indent="0" lvl="0" marL="0" marR="0" rtl="0" algn="l">
                        <a:lnSpc>
                          <a:spcPct val="120000"/>
                        </a:lnSpc>
                        <a:spcBef>
                          <a:spcPts val="0"/>
                        </a:spcBef>
                        <a:spcAft>
                          <a:spcPts val="1000"/>
                        </a:spcAft>
                        <a:buNone/>
                      </a:pPr>
                      <a:r>
                        <a:rPr lang="en" sz="1200">
                          <a:solidFill>
                            <a:srgbClr val="163C70"/>
                          </a:solidFill>
                          <a:latin typeface="DM Sans"/>
                          <a:ea typeface="DM Sans"/>
                          <a:cs typeface="DM Sans"/>
                          <a:sym typeface="DM Sans"/>
                        </a:rPr>
                        <a:t>7</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00000"/>
                        </a:lnSpc>
                        <a:spcBef>
                          <a:spcPts val="500"/>
                        </a:spcBef>
                        <a:spcAft>
                          <a:spcPts val="500"/>
                        </a:spcAft>
                        <a:buNone/>
                      </a:pPr>
                      <a:r>
                        <a:rPr lang="en" sz="1200">
                          <a:solidFill>
                            <a:srgbClr val="163C70"/>
                          </a:solidFill>
                          <a:latin typeface="DM Sans"/>
                          <a:ea typeface="DM Sans"/>
                          <a:cs typeface="DM Sans"/>
                          <a:sym typeface="DM Sans"/>
                        </a:rPr>
                        <a:t>Data Migration Kick Off</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marR="0" rtl="0" algn="l">
                        <a:lnSpc>
                          <a:spcPct val="120000"/>
                        </a:lnSpc>
                        <a:spcBef>
                          <a:spcPts val="500"/>
                        </a:spcBef>
                        <a:spcAft>
                          <a:spcPts val="500"/>
                        </a:spcAft>
                        <a:buNone/>
                      </a:pPr>
                      <a:r>
                        <a:rPr lang="en" sz="1200">
                          <a:solidFill>
                            <a:srgbClr val="163C70"/>
                          </a:solidFill>
                          <a:latin typeface="DM Sans"/>
                          <a:ea typeface="DM Sans"/>
                          <a:cs typeface="DM Sans"/>
                          <a:sym typeface="DM Sans"/>
                        </a:rPr>
                        <a:t>Review the Subscription Data Migration options &amp; the process</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c>
                  <a:txBody>
                    <a:bodyPr/>
                    <a:lstStyle/>
                    <a:p>
                      <a:pPr indent="0" lvl="0" marL="0" rtl="0" algn="l">
                        <a:spcBef>
                          <a:spcPts val="600"/>
                        </a:spcBef>
                        <a:spcAft>
                          <a:spcPts val="1000"/>
                        </a:spcAft>
                        <a:buClr>
                          <a:schemeClr val="dk1"/>
                        </a:buClr>
                        <a:buSzPts val="1100"/>
                        <a:buFont typeface="Arial"/>
                        <a:buNone/>
                      </a:pPr>
                      <a:r>
                        <a:rPr lang="en" sz="1200">
                          <a:solidFill>
                            <a:srgbClr val="0F2552"/>
                          </a:solidFill>
                          <a:latin typeface="DM Sans"/>
                          <a:ea typeface="DM Sans"/>
                          <a:cs typeface="DM Sans"/>
                          <a:sym typeface="DM Sans"/>
                        </a:rPr>
                        <a:t>Billing team, RevOps team, DH Administrator</a:t>
                      </a:r>
                      <a:endParaRPr sz="1200">
                        <a:solidFill>
                          <a:srgbClr val="163C70"/>
                        </a:solidFill>
                        <a:latin typeface="DM Sans"/>
                        <a:ea typeface="DM Sans"/>
                        <a:cs typeface="DM Sans"/>
                        <a:sym typeface="DM Sans"/>
                      </a:endParaRPr>
                    </a:p>
                  </a:txBody>
                  <a:tcPr marT="68575" marB="68575" marR="68575" marL="68575" anchor="ctr">
                    <a:lnT cap="flat" cmpd="sng" w="7150">
                      <a:solidFill>
                        <a:srgbClr val="9E9E9E"/>
                      </a:solidFill>
                      <a:prstDash val="solid"/>
                      <a:round/>
                      <a:headEnd len="sm" w="sm" type="none"/>
                      <a:tailEnd len="sm" w="sm" type="none"/>
                    </a:lnT>
                    <a:lnB cap="flat" cmpd="sng" w="7150">
                      <a:solidFill>
                        <a:srgbClr val="9E9E9E"/>
                      </a:solidFill>
                      <a:prstDash val="solid"/>
                      <a:round/>
                      <a:headEnd len="sm" w="sm" type="none"/>
                      <a:tailEnd len="sm" w="sm" type="none"/>
                    </a:lnB>
                  </a:tcPr>
                </a:tc>
              </a:tr>
            </a:tbl>
          </a:graphicData>
        </a:graphic>
      </p:graphicFrame>
      <p:sp>
        <p:nvSpPr>
          <p:cNvPr id="659" name="Google Shape;659;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36"/>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Get Ready - Required Documents</a:t>
            </a:r>
            <a:endParaRPr/>
          </a:p>
          <a:p>
            <a:pPr indent="0" lvl="0" marL="0" rtl="0" algn="l">
              <a:spcBef>
                <a:spcPts val="0"/>
              </a:spcBef>
              <a:spcAft>
                <a:spcPts val="0"/>
              </a:spcAft>
              <a:buClr>
                <a:schemeClr val="dk1"/>
              </a:buClr>
              <a:buSzPts val="2400"/>
              <a:buFont typeface="Arial"/>
              <a:buNone/>
            </a:pPr>
            <a:r>
              <a:t/>
            </a:r>
            <a:endParaRPr/>
          </a:p>
          <a:p>
            <a:pPr indent="0" lvl="0" marL="0" rtl="0" algn="l">
              <a:spcBef>
                <a:spcPts val="0"/>
              </a:spcBef>
              <a:spcAft>
                <a:spcPts val="0"/>
              </a:spcAft>
              <a:buClr>
                <a:schemeClr val="dk1"/>
              </a:buClr>
              <a:buSzPts val="2400"/>
              <a:buFont typeface="Arial"/>
              <a:buNone/>
            </a:pPr>
            <a:r>
              <a:t/>
            </a:r>
            <a:endParaRPr/>
          </a:p>
          <a:p>
            <a:pPr indent="0" lvl="0" marL="0" rtl="0" algn="l">
              <a:spcBef>
                <a:spcPts val="0"/>
              </a:spcBef>
              <a:spcAft>
                <a:spcPts val="0"/>
              </a:spcAft>
              <a:buClr>
                <a:schemeClr val="accent1"/>
              </a:buClr>
              <a:buSzPts val="2700"/>
              <a:buFont typeface="Arial"/>
              <a:buNone/>
            </a:pPr>
            <a:r>
              <a:t/>
            </a:r>
            <a:endParaRPr/>
          </a:p>
          <a:p>
            <a:pPr indent="0" lvl="0" marL="0" rtl="0" algn="l">
              <a:spcBef>
                <a:spcPts val="0"/>
              </a:spcBef>
              <a:spcAft>
                <a:spcPts val="0"/>
              </a:spcAft>
              <a:buClr>
                <a:schemeClr val="dk1"/>
              </a:buClr>
              <a:buSzPts val="24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665" name="Google Shape;665;p36"/>
          <p:cNvSpPr txBox="1"/>
          <p:nvPr>
            <p:ph idx="1" type="body"/>
          </p:nvPr>
        </p:nvSpPr>
        <p:spPr>
          <a:xfrm>
            <a:off x="334650" y="871741"/>
            <a:ext cx="8430900" cy="4506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400"/>
              <a:t>Please provide the following information prior to the workshop:</a:t>
            </a:r>
            <a:endParaRPr sz="1400"/>
          </a:p>
        </p:txBody>
      </p:sp>
      <p:sp>
        <p:nvSpPr>
          <p:cNvPr id="666" name="Google Shape;666;p36"/>
          <p:cNvSpPr/>
          <p:nvPr/>
        </p:nvSpPr>
        <p:spPr>
          <a:xfrm>
            <a:off x="428400" y="1606525"/>
            <a:ext cx="25170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67" name="Google Shape;667;p36"/>
          <p:cNvSpPr/>
          <p:nvPr/>
        </p:nvSpPr>
        <p:spPr>
          <a:xfrm>
            <a:off x="3106150" y="1606525"/>
            <a:ext cx="25170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68" name="Google Shape;668;p36"/>
          <p:cNvSpPr/>
          <p:nvPr/>
        </p:nvSpPr>
        <p:spPr>
          <a:xfrm>
            <a:off x="5783900" y="1606525"/>
            <a:ext cx="25170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69" name="Google Shape;669;p36"/>
          <p:cNvSpPr/>
          <p:nvPr/>
        </p:nvSpPr>
        <p:spPr>
          <a:xfrm>
            <a:off x="428400" y="3175699"/>
            <a:ext cx="25170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70" name="Google Shape;670;p36"/>
          <p:cNvSpPr/>
          <p:nvPr/>
        </p:nvSpPr>
        <p:spPr>
          <a:xfrm>
            <a:off x="3106150" y="3175699"/>
            <a:ext cx="25170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71" name="Google Shape;671;p36"/>
          <p:cNvSpPr/>
          <p:nvPr/>
        </p:nvSpPr>
        <p:spPr>
          <a:xfrm>
            <a:off x="5783900" y="3175699"/>
            <a:ext cx="25170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72" name="Google Shape;672;p36"/>
          <p:cNvSpPr txBox="1"/>
          <p:nvPr/>
        </p:nvSpPr>
        <p:spPr>
          <a:xfrm>
            <a:off x="886660" y="1895720"/>
            <a:ext cx="17280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i="0" lang="en" u="none" cap="none" strike="noStrike">
                <a:solidFill>
                  <a:srgbClr val="002060"/>
                </a:solidFill>
                <a:latin typeface="DM Sans"/>
                <a:ea typeface="DM Sans"/>
                <a:cs typeface="DM Sans"/>
                <a:sym typeface="DM Sans"/>
              </a:rPr>
              <a:t>Product Portfolio</a:t>
            </a:r>
            <a:endParaRPr i="0" u="none" cap="none" strike="noStrike">
              <a:solidFill>
                <a:srgbClr val="002060"/>
              </a:solidFill>
              <a:latin typeface="DM Sans"/>
              <a:ea typeface="DM Sans"/>
              <a:cs typeface="DM Sans"/>
              <a:sym typeface="DM Sans"/>
            </a:endParaRPr>
          </a:p>
        </p:txBody>
      </p:sp>
      <p:sp>
        <p:nvSpPr>
          <p:cNvPr id="673" name="Google Shape;673;p36"/>
          <p:cNvSpPr txBox="1"/>
          <p:nvPr/>
        </p:nvSpPr>
        <p:spPr>
          <a:xfrm>
            <a:off x="618307" y="2193875"/>
            <a:ext cx="21528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i="0" lang="en" sz="1100" u="none" cap="none" strike="noStrike">
                <a:solidFill>
                  <a:srgbClr val="0F2552"/>
                </a:solidFill>
                <a:latin typeface="DM Sans"/>
                <a:ea typeface="DM Sans"/>
                <a:cs typeface="DM Sans"/>
                <a:sym typeface="DM Sans"/>
              </a:rPr>
              <a:t>Complete catalog structure including product families, add</a:t>
            </a:r>
            <a:r>
              <a:rPr lang="en" sz="1100">
                <a:solidFill>
                  <a:srgbClr val="0F2552"/>
                </a:solidFill>
                <a:latin typeface="DM Sans"/>
                <a:ea typeface="DM Sans"/>
                <a:cs typeface="DM Sans"/>
                <a:sym typeface="DM Sans"/>
              </a:rPr>
              <a:t>-ons, services and </a:t>
            </a:r>
            <a:r>
              <a:rPr i="0" lang="en" sz="1100" u="none" cap="none" strike="noStrike">
                <a:solidFill>
                  <a:srgbClr val="0F2552"/>
                </a:solidFill>
                <a:latin typeface="DM Sans"/>
                <a:ea typeface="DM Sans"/>
                <a:cs typeface="DM Sans"/>
                <a:sym typeface="DM Sans"/>
              </a:rPr>
              <a:t>bundles</a:t>
            </a:r>
            <a:endParaRPr i="0" sz="1100" u="none" cap="none" strike="noStrike">
              <a:solidFill>
                <a:srgbClr val="0F2552"/>
              </a:solidFill>
              <a:latin typeface="DM Sans"/>
              <a:ea typeface="DM Sans"/>
              <a:cs typeface="DM Sans"/>
              <a:sym typeface="DM Sans"/>
            </a:endParaRPr>
          </a:p>
        </p:txBody>
      </p:sp>
      <p:sp>
        <p:nvSpPr>
          <p:cNvPr id="674" name="Google Shape;674;p36"/>
          <p:cNvSpPr txBox="1"/>
          <p:nvPr/>
        </p:nvSpPr>
        <p:spPr>
          <a:xfrm>
            <a:off x="3681075" y="1895725"/>
            <a:ext cx="17280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Offering Structure</a:t>
            </a:r>
            <a:endParaRPr b="1">
              <a:solidFill>
                <a:srgbClr val="002060"/>
              </a:solidFill>
              <a:latin typeface="DM Sans"/>
              <a:ea typeface="DM Sans"/>
              <a:cs typeface="DM Sans"/>
              <a:sym typeface="DM Sans"/>
            </a:endParaRPr>
          </a:p>
        </p:txBody>
      </p:sp>
      <p:sp>
        <p:nvSpPr>
          <p:cNvPr id="675" name="Google Shape;675;p36"/>
          <p:cNvSpPr txBox="1"/>
          <p:nvPr/>
        </p:nvSpPr>
        <p:spPr>
          <a:xfrm>
            <a:off x="3293945" y="2193875"/>
            <a:ext cx="21528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Portfolio rules, guardrails, constraints, dependencies, and logic definitions.</a:t>
            </a:r>
            <a:endParaRPr sz="1100">
              <a:solidFill>
                <a:srgbClr val="0F2552"/>
              </a:solidFill>
              <a:latin typeface="DM Sans"/>
              <a:ea typeface="DM Sans"/>
              <a:cs typeface="DM Sans"/>
              <a:sym typeface="DM Sans"/>
            </a:endParaRPr>
          </a:p>
        </p:txBody>
      </p:sp>
      <p:sp>
        <p:nvSpPr>
          <p:cNvPr id="676" name="Google Shape;676;p36"/>
          <p:cNvSpPr txBox="1"/>
          <p:nvPr/>
        </p:nvSpPr>
        <p:spPr>
          <a:xfrm>
            <a:off x="6304850" y="1895725"/>
            <a:ext cx="16611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Pricing Books</a:t>
            </a:r>
            <a:endParaRPr b="1">
              <a:solidFill>
                <a:srgbClr val="002060"/>
              </a:solidFill>
              <a:latin typeface="DM Sans"/>
              <a:ea typeface="DM Sans"/>
              <a:cs typeface="DM Sans"/>
              <a:sym typeface="DM Sans"/>
            </a:endParaRPr>
          </a:p>
        </p:txBody>
      </p:sp>
      <p:sp>
        <p:nvSpPr>
          <p:cNvPr id="677" name="Google Shape;677;p36"/>
          <p:cNvSpPr txBox="1"/>
          <p:nvPr/>
        </p:nvSpPr>
        <p:spPr>
          <a:xfrm>
            <a:off x="5969595" y="2193875"/>
            <a:ext cx="21528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Standard price lists, currency conversions, discounts costs, and margin calculations.</a:t>
            </a:r>
            <a:endParaRPr sz="1100">
              <a:solidFill>
                <a:srgbClr val="0F2552"/>
              </a:solidFill>
              <a:latin typeface="DM Sans"/>
              <a:ea typeface="DM Sans"/>
              <a:cs typeface="DM Sans"/>
              <a:sym typeface="DM Sans"/>
            </a:endParaRPr>
          </a:p>
        </p:txBody>
      </p:sp>
      <p:sp>
        <p:nvSpPr>
          <p:cNvPr id="678" name="Google Shape;678;p36"/>
          <p:cNvSpPr txBox="1"/>
          <p:nvPr/>
        </p:nvSpPr>
        <p:spPr>
          <a:xfrm>
            <a:off x="962860" y="3456557"/>
            <a:ext cx="17280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Approval Matrix</a:t>
            </a:r>
            <a:endParaRPr b="1">
              <a:solidFill>
                <a:srgbClr val="002060"/>
              </a:solidFill>
              <a:latin typeface="DM Sans"/>
              <a:ea typeface="DM Sans"/>
              <a:cs typeface="DM Sans"/>
              <a:sym typeface="DM Sans"/>
            </a:endParaRPr>
          </a:p>
        </p:txBody>
      </p:sp>
      <p:sp>
        <p:nvSpPr>
          <p:cNvPr id="679" name="Google Shape;679;p36"/>
          <p:cNvSpPr txBox="1"/>
          <p:nvPr/>
        </p:nvSpPr>
        <p:spPr>
          <a:xfrm>
            <a:off x="618300" y="3754725"/>
            <a:ext cx="1996200" cy="66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Defined workflows for quote approvals based on commercial thresholds or terms and conditions.</a:t>
            </a:r>
            <a:endParaRPr sz="1100">
              <a:solidFill>
                <a:srgbClr val="0F2552"/>
              </a:solidFill>
              <a:latin typeface="DM Sans"/>
              <a:ea typeface="DM Sans"/>
              <a:cs typeface="DM Sans"/>
              <a:sym typeface="DM Sans"/>
            </a:endParaRPr>
          </a:p>
        </p:txBody>
      </p:sp>
      <p:sp>
        <p:nvSpPr>
          <p:cNvPr id="680" name="Google Shape;680;p36"/>
          <p:cNvSpPr txBox="1"/>
          <p:nvPr/>
        </p:nvSpPr>
        <p:spPr>
          <a:xfrm>
            <a:off x="3604875" y="3434150"/>
            <a:ext cx="16092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Brand Book</a:t>
            </a:r>
            <a:endParaRPr b="1">
              <a:solidFill>
                <a:srgbClr val="002060"/>
              </a:solidFill>
              <a:latin typeface="DM Sans"/>
              <a:ea typeface="DM Sans"/>
              <a:cs typeface="DM Sans"/>
              <a:sym typeface="DM Sans"/>
            </a:endParaRPr>
          </a:p>
        </p:txBody>
      </p:sp>
      <p:sp>
        <p:nvSpPr>
          <p:cNvPr id="681" name="Google Shape;681;p36"/>
          <p:cNvSpPr txBox="1"/>
          <p:nvPr/>
        </p:nvSpPr>
        <p:spPr>
          <a:xfrm>
            <a:off x="3293945" y="3754713"/>
            <a:ext cx="21528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Logos, color codes (HEX/RGB), fonts, and styling guidelines for generated quote documents.</a:t>
            </a:r>
            <a:endParaRPr sz="1100">
              <a:solidFill>
                <a:srgbClr val="0F2552"/>
              </a:solidFill>
              <a:latin typeface="DM Sans"/>
              <a:ea typeface="DM Sans"/>
              <a:cs typeface="DM Sans"/>
              <a:sym typeface="DM Sans"/>
            </a:endParaRPr>
          </a:p>
        </p:txBody>
      </p:sp>
      <p:sp>
        <p:nvSpPr>
          <p:cNvPr id="682" name="Google Shape;682;p36"/>
          <p:cNvSpPr txBox="1"/>
          <p:nvPr/>
        </p:nvSpPr>
        <p:spPr>
          <a:xfrm>
            <a:off x="6304875" y="3456550"/>
            <a:ext cx="16611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Sample Contracts</a:t>
            </a:r>
            <a:endParaRPr b="1">
              <a:solidFill>
                <a:srgbClr val="002060"/>
              </a:solidFill>
              <a:latin typeface="DM Sans"/>
              <a:ea typeface="DM Sans"/>
              <a:cs typeface="DM Sans"/>
              <a:sym typeface="DM Sans"/>
            </a:endParaRPr>
          </a:p>
        </p:txBody>
      </p:sp>
      <p:sp>
        <p:nvSpPr>
          <p:cNvPr id="683" name="Google Shape;683;p36"/>
          <p:cNvSpPr txBox="1"/>
          <p:nvPr/>
        </p:nvSpPr>
        <p:spPr>
          <a:xfrm>
            <a:off x="5969595" y="3754713"/>
            <a:ext cx="21528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PDF or Word templates of current quotes and contracts to generate via dealhub</a:t>
            </a:r>
            <a:endParaRPr sz="1100">
              <a:solidFill>
                <a:srgbClr val="0F2552"/>
              </a:solidFill>
              <a:latin typeface="DM Sans"/>
              <a:ea typeface="DM Sans"/>
              <a:cs typeface="DM Sans"/>
              <a:sym typeface="DM Sans"/>
            </a:endParaRPr>
          </a:p>
        </p:txBody>
      </p:sp>
      <p:pic>
        <p:nvPicPr>
          <p:cNvPr id="684" name="Google Shape;684;p36" title="3.png"/>
          <p:cNvPicPr preferRelativeResize="0"/>
          <p:nvPr/>
        </p:nvPicPr>
        <p:blipFill>
          <a:blip r:embed="rId3">
            <a:alphaModFix/>
          </a:blip>
          <a:stretch>
            <a:fillRect/>
          </a:stretch>
        </p:blipFill>
        <p:spPr>
          <a:xfrm>
            <a:off x="618306" y="1864630"/>
            <a:ext cx="204689" cy="204689"/>
          </a:xfrm>
          <a:prstGeom prst="rect">
            <a:avLst/>
          </a:prstGeom>
          <a:noFill/>
          <a:ln>
            <a:noFill/>
          </a:ln>
        </p:spPr>
      </p:pic>
      <p:pic>
        <p:nvPicPr>
          <p:cNvPr id="685" name="Google Shape;685;p36" title="4.png"/>
          <p:cNvPicPr preferRelativeResize="0"/>
          <p:nvPr/>
        </p:nvPicPr>
        <p:blipFill>
          <a:blip r:embed="rId4">
            <a:alphaModFix/>
          </a:blip>
          <a:stretch>
            <a:fillRect/>
          </a:stretch>
        </p:blipFill>
        <p:spPr>
          <a:xfrm>
            <a:off x="5968910" y="1795706"/>
            <a:ext cx="204689" cy="270913"/>
          </a:xfrm>
          <a:prstGeom prst="rect">
            <a:avLst/>
          </a:prstGeom>
          <a:noFill/>
          <a:ln>
            <a:noFill/>
          </a:ln>
        </p:spPr>
      </p:pic>
      <p:pic>
        <p:nvPicPr>
          <p:cNvPr id="686" name="Google Shape;686;p36" title="6.png"/>
          <p:cNvPicPr preferRelativeResize="0"/>
          <p:nvPr/>
        </p:nvPicPr>
        <p:blipFill>
          <a:blip r:embed="rId5">
            <a:alphaModFix/>
          </a:blip>
          <a:stretch>
            <a:fillRect/>
          </a:stretch>
        </p:blipFill>
        <p:spPr>
          <a:xfrm>
            <a:off x="618300" y="3436709"/>
            <a:ext cx="268528" cy="182177"/>
          </a:xfrm>
          <a:prstGeom prst="rect">
            <a:avLst/>
          </a:prstGeom>
          <a:noFill/>
          <a:ln>
            <a:noFill/>
          </a:ln>
        </p:spPr>
      </p:pic>
      <p:pic>
        <p:nvPicPr>
          <p:cNvPr id="687" name="Google Shape;687;p36" title="7.png"/>
          <p:cNvPicPr preferRelativeResize="0"/>
          <p:nvPr/>
        </p:nvPicPr>
        <p:blipFill>
          <a:blip r:embed="rId6">
            <a:alphaModFix/>
          </a:blip>
          <a:stretch>
            <a:fillRect/>
          </a:stretch>
        </p:blipFill>
        <p:spPr>
          <a:xfrm>
            <a:off x="3299660" y="3412028"/>
            <a:ext cx="193005" cy="247501"/>
          </a:xfrm>
          <a:prstGeom prst="rect">
            <a:avLst/>
          </a:prstGeom>
          <a:noFill/>
          <a:ln>
            <a:noFill/>
          </a:ln>
        </p:spPr>
      </p:pic>
      <p:pic>
        <p:nvPicPr>
          <p:cNvPr id="688" name="Google Shape;688;p36" title="1.png"/>
          <p:cNvPicPr preferRelativeResize="0"/>
          <p:nvPr/>
        </p:nvPicPr>
        <p:blipFill>
          <a:blip r:embed="rId7">
            <a:alphaModFix/>
          </a:blip>
          <a:stretch>
            <a:fillRect/>
          </a:stretch>
        </p:blipFill>
        <p:spPr>
          <a:xfrm>
            <a:off x="3310626" y="1847972"/>
            <a:ext cx="268525" cy="203489"/>
          </a:xfrm>
          <a:prstGeom prst="rect">
            <a:avLst/>
          </a:prstGeom>
          <a:noFill/>
          <a:ln>
            <a:noFill/>
          </a:ln>
        </p:spPr>
      </p:pic>
      <p:pic>
        <p:nvPicPr>
          <p:cNvPr id="689" name="Google Shape;689;p36" title="9.png"/>
          <p:cNvPicPr preferRelativeResize="0"/>
          <p:nvPr/>
        </p:nvPicPr>
        <p:blipFill>
          <a:blip r:embed="rId8">
            <a:alphaModFix/>
          </a:blip>
          <a:stretch>
            <a:fillRect/>
          </a:stretch>
        </p:blipFill>
        <p:spPr>
          <a:xfrm>
            <a:off x="5969596" y="3413112"/>
            <a:ext cx="268525" cy="229364"/>
          </a:xfrm>
          <a:prstGeom prst="rect">
            <a:avLst/>
          </a:prstGeom>
          <a:noFill/>
          <a:ln>
            <a:noFill/>
          </a:ln>
        </p:spPr>
      </p:pic>
      <p:sp>
        <p:nvSpPr>
          <p:cNvPr id="690" name="Google Shape;690;p36"/>
          <p:cNvSpPr txBox="1"/>
          <p:nvPr/>
        </p:nvSpPr>
        <p:spPr>
          <a:xfrm>
            <a:off x="-50" y="4781325"/>
            <a:ext cx="9144000" cy="3621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Use this layout for CPQ projects</a:t>
            </a:r>
            <a:endParaRPr>
              <a:solidFill>
                <a:srgbClr val="FF0000"/>
              </a:solidFill>
              <a:latin typeface="DM Sans"/>
              <a:ea typeface="DM Sans"/>
              <a:cs typeface="DM Sans"/>
              <a:sym typeface="DM Sans"/>
            </a:endParaRPr>
          </a:p>
        </p:txBody>
      </p:sp>
      <p:sp>
        <p:nvSpPr>
          <p:cNvPr id="691" name="Google Shape;691;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7"/>
          <p:cNvSpPr txBox="1"/>
          <p:nvPr>
            <p:ph type="title"/>
          </p:nvPr>
        </p:nvSpPr>
        <p:spPr>
          <a:xfrm>
            <a:off x="334650" y="180975"/>
            <a:ext cx="7645800" cy="5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Get Ready - Required Documents</a:t>
            </a:r>
            <a:endParaRPr/>
          </a:p>
          <a:p>
            <a:pPr indent="0" lvl="0" marL="0" rtl="0" algn="l">
              <a:spcBef>
                <a:spcPts val="0"/>
              </a:spcBef>
              <a:spcAft>
                <a:spcPts val="0"/>
              </a:spcAft>
              <a:buClr>
                <a:schemeClr val="dk1"/>
              </a:buClr>
              <a:buSzPts val="2400"/>
              <a:buFont typeface="Arial"/>
              <a:buNone/>
            </a:pPr>
            <a:r>
              <a:t/>
            </a:r>
            <a:endParaRPr/>
          </a:p>
          <a:p>
            <a:pPr indent="0" lvl="0" marL="0" rtl="0" algn="l">
              <a:spcBef>
                <a:spcPts val="0"/>
              </a:spcBef>
              <a:spcAft>
                <a:spcPts val="0"/>
              </a:spcAft>
              <a:buClr>
                <a:schemeClr val="dk1"/>
              </a:buClr>
              <a:buSzPts val="2400"/>
              <a:buFont typeface="Arial"/>
              <a:buNone/>
            </a:pPr>
            <a:r>
              <a:t/>
            </a:r>
            <a:endParaRPr/>
          </a:p>
          <a:p>
            <a:pPr indent="0" lvl="0" marL="0" rtl="0" algn="l">
              <a:spcBef>
                <a:spcPts val="0"/>
              </a:spcBef>
              <a:spcAft>
                <a:spcPts val="0"/>
              </a:spcAft>
              <a:buClr>
                <a:schemeClr val="accent1"/>
              </a:buClr>
              <a:buSzPts val="2700"/>
              <a:buFont typeface="Arial"/>
              <a:buNone/>
            </a:pPr>
            <a:r>
              <a:t/>
            </a:r>
            <a:endParaRPr/>
          </a:p>
          <a:p>
            <a:pPr indent="0" lvl="0" marL="0" rtl="0" algn="l">
              <a:spcBef>
                <a:spcPts val="0"/>
              </a:spcBef>
              <a:spcAft>
                <a:spcPts val="0"/>
              </a:spcAft>
              <a:buClr>
                <a:schemeClr val="dk1"/>
              </a:buClr>
              <a:buSzPts val="24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697" name="Google Shape;697;p37"/>
          <p:cNvSpPr txBox="1"/>
          <p:nvPr>
            <p:ph idx="1" type="body"/>
          </p:nvPr>
        </p:nvSpPr>
        <p:spPr>
          <a:xfrm>
            <a:off x="334650" y="871741"/>
            <a:ext cx="8430900" cy="4506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400"/>
              <a:t>Please provide the following information prior to the workshop:</a:t>
            </a:r>
            <a:endParaRPr sz="1400"/>
          </a:p>
        </p:txBody>
      </p:sp>
      <p:sp>
        <p:nvSpPr>
          <p:cNvPr id="698" name="Google Shape;698;p37"/>
          <p:cNvSpPr/>
          <p:nvPr/>
        </p:nvSpPr>
        <p:spPr>
          <a:xfrm>
            <a:off x="4942264" y="3122179"/>
            <a:ext cx="21528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699" name="Google Shape;699;p37"/>
          <p:cNvSpPr/>
          <p:nvPr/>
        </p:nvSpPr>
        <p:spPr>
          <a:xfrm>
            <a:off x="4942264" y="1606525"/>
            <a:ext cx="21528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700" name="Google Shape;700;p37"/>
          <p:cNvSpPr/>
          <p:nvPr/>
        </p:nvSpPr>
        <p:spPr>
          <a:xfrm>
            <a:off x="2684911" y="1606525"/>
            <a:ext cx="21528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701" name="Google Shape;701;p37"/>
          <p:cNvSpPr/>
          <p:nvPr/>
        </p:nvSpPr>
        <p:spPr>
          <a:xfrm>
            <a:off x="430096" y="1606525"/>
            <a:ext cx="21528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702" name="Google Shape;702;p37"/>
          <p:cNvSpPr/>
          <p:nvPr/>
        </p:nvSpPr>
        <p:spPr>
          <a:xfrm>
            <a:off x="427652" y="3122179"/>
            <a:ext cx="21528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703" name="Google Shape;703;p37"/>
          <p:cNvSpPr/>
          <p:nvPr/>
        </p:nvSpPr>
        <p:spPr>
          <a:xfrm>
            <a:off x="2676161" y="3122179"/>
            <a:ext cx="2152800" cy="14172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704" name="Google Shape;704;p37"/>
          <p:cNvSpPr txBox="1"/>
          <p:nvPr/>
        </p:nvSpPr>
        <p:spPr>
          <a:xfrm>
            <a:off x="843494" y="1895720"/>
            <a:ext cx="17280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i="0" lang="en" u="none" cap="none" strike="noStrike">
                <a:solidFill>
                  <a:srgbClr val="002060"/>
                </a:solidFill>
                <a:latin typeface="DM Sans"/>
                <a:ea typeface="DM Sans"/>
                <a:cs typeface="DM Sans"/>
                <a:sym typeface="DM Sans"/>
              </a:rPr>
              <a:t>Product Portfolio</a:t>
            </a:r>
            <a:endParaRPr i="0" u="none" cap="none" strike="noStrike">
              <a:solidFill>
                <a:srgbClr val="002060"/>
              </a:solidFill>
              <a:latin typeface="DM Sans"/>
              <a:ea typeface="DM Sans"/>
              <a:cs typeface="DM Sans"/>
              <a:sym typeface="DM Sans"/>
            </a:endParaRPr>
          </a:p>
        </p:txBody>
      </p:sp>
      <p:sp>
        <p:nvSpPr>
          <p:cNvPr id="705" name="Google Shape;705;p37"/>
          <p:cNvSpPr txBox="1"/>
          <p:nvPr/>
        </p:nvSpPr>
        <p:spPr>
          <a:xfrm>
            <a:off x="575135" y="2193875"/>
            <a:ext cx="17280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i="0" lang="en" sz="1100" u="none" cap="none" strike="noStrike">
                <a:solidFill>
                  <a:srgbClr val="0F2552"/>
                </a:solidFill>
                <a:latin typeface="DM Sans"/>
                <a:ea typeface="DM Sans"/>
                <a:cs typeface="DM Sans"/>
                <a:sym typeface="DM Sans"/>
              </a:rPr>
              <a:t>Complete catalog structure including product families, add</a:t>
            </a:r>
            <a:r>
              <a:rPr lang="en" sz="1100">
                <a:solidFill>
                  <a:srgbClr val="0F2552"/>
                </a:solidFill>
                <a:latin typeface="DM Sans"/>
                <a:ea typeface="DM Sans"/>
                <a:cs typeface="DM Sans"/>
                <a:sym typeface="DM Sans"/>
              </a:rPr>
              <a:t>-ons, services and </a:t>
            </a:r>
            <a:r>
              <a:rPr i="0" lang="en" sz="1100" u="none" cap="none" strike="noStrike">
                <a:solidFill>
                  <a:srgbClr val="0F2552"/>
                </a:solidFill>
                <a:latin typeface="DM Sans"/>
                <a:ea typeface="DM Sans"/>
                <a:cs typeface="DM Sans"/>
                <a:sym typeface="DM Sans"/>
              </a:rPr>
              <a:t>bundles</a:t>
            </a:r>
            <a:endParaRPr i="0" sz="1100" u="none" cap="none" strike="noStrike">
              <a:solidFill>
                <a:srgbClr val="0F2552"/>
              </a:solidFill>
              <a:latin typeface="DM Sans"/>
              <a:ea typeface="DM Sans"/>
              <a:cs typeface="DM Sans"/>
              <a:sym typeface="DM Sans"/>
            </a:endParaRPr>
          </a:p>
        </p:txBody>
      </p:sp>
      <p:sp>
        <p:nvSpPr>
          <p:cNvPr id="706" name="Google Shape;706;p37"/>
          <p:cNvSpPr txBox="1"/>
          <p:nvPr/>
        </p:nvSpPr>
        <p:spPr>
          <a:xfrm>
            <a:off x="3136789" y="1884777"/>
            <a:ext cx="17280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Offering Structure</a:t>
            </a:r>
            <a:endParaRPr b="1">
              <a:solidFill>
                <a:srgbClr val="002060"/>
              </a:solidFill>
              <a:latin typeface="DM Sans"/>
              <a:ea typeface="DM Sans"/>
              <a:cs typeface="DM Sans"/>
              <a:sym typeface="DM Sans"/>
            </a:endParaRPr>
          </a:p>
        </p:txBody>
      </p:sp>
      <p:sp>
        <p:nvSpPr>
          <p:cNvPr id="707" name="Google Shape;707;p37"/>
          <p:cNvSpPr txBox="1"/>
          <p:nvPr/>
        </p:nvSpPr>
        <p:spPr>
          <a:xfrm>
            <a:off x="2817687" y="2193875"/>
            <a:ext cx="18429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Portfolio rules, guardrails, constraints, dependencies, and logic definitions.</a:t>
            </a:r>
            <a:endParaRPr sz="1100">
              <a:solidFill>
                <a:srgbClr val="0F2552"/>
              </a:solidFill>
              <a:latin typeface="DM Sans"/>
              <a:ea typeface="DM Sans"/>
              <a:cs typeface="DM Sans"/>
              <a:sym typeface="DM Sans"/>
            </a:endParaRPr>
          </a:p>
        </p:txBody>
      </p:sp>
      <p:sp>
        <p:nvSpPr>
          <p:cNvPr id="708" name="Google Shape;708;p37"/>
          <p:cNvSpPr txBox="1"/>
          <p:nvPr/>
        </p:nvSpPr>
        <p:spPr>
          <a:xfrm>
            <a:off x="5355918" y="1895725"/>
            <a:ext cx="16611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Pricing Books</a:t>
            </a:r>
            <a:endParaRPr b="1">
              <a:solidFill>
                <a:srgbClr val="002060"/>
              </a:solidFill>
              <a:latin typeface="DM Sans"/>
              <a:ea typeface="DM Sans"/>
              <a:cs typeface="DM Sans"/>
              <a:sym typeface="DM Sans"/>
            </a:endParaRPr>
          </a:p>
        </p:txBody>
      </p:sp>
      <p:sp>
        <p:nvSpPr>
          <p:cNvPr id="709" name="Google Shape;709;p37"/>
          <p:cNvSpPr txBox="1"/>
          <p:nvPr/>
        </p:nvSpPr>
        <p:spPr>
          <a:xfrm>
            <a:off x="5066012" y="2193875"/>
            <a:ext cx="19200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Standard price lists, currency conversions, discounts costs, and margin calculations.</a:t>
            </a:r>
            <a:endParaRPr sz="1100">
              <a:solidFill>
                <a:srgbClr val="0F2552"/>
              </a:solidFill>
              <a:latin typeface="DM Sans"/>
              <a:ea typeface="DM Sans"/>
              <a:cs typeface="DM Sans"/>
              <a:sym typeface="DM Sans"/>
            </a:endParaRPr>
          </a:p>
        </p:txBody>
      </p:sp>
      <p:sp>
        <p:nvSpPr>
          <p:cNvPr id="710" name="Google Shape;710;p37"/>
          <p:cNvSpPr txBox="1"/>
          <p:nvPr/>
        </p:nvSpPr>
        <p:spPr>
          <a:xfrm>
            <a:off x="919694" y="3392088"/>
            <a:ext cx="17280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Approval Matrix</a:t>
            </a:r>
            <a:endParaRPr b="1">
              <a:solidFill>
                <a:srgbClr val="002060"/>
              </a:solidFill>
              <a:latin typeface="DM Sans"/>
              <a:ea typeface="DM Sans"/>
              <a:cs typeface="DM Sans"/>
              <a:sym typeface="DM Sans"/>
            </a:endParaRPr>
          </a:p>
        </p:txBody>
      </p:sp>
      <p:sp>
        <p:nvSpPr>
          <p:cNvPr id="711" name="Google Shape;711;p37"/>
          <p:cNvSpPr txBox="1"/>
          <p:nvPr/>
        </p:nvSpPr>
        <p:spPr>
          <a:xfrm>
            <a:off x="575133" y="3701204"/>
            <a:ext cx="1996200" cy="66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Defined workflows for quote approvals based on commercial thresholds or terms and conditions.</a:t>
            </a:r>
            <a:endParaRPr sz="1100">
              <a:solidFill>
                <a:srgbClr val="0F2552"/>
              </a:solidFill>
              <a:latin typeface="DM Sans"/>
              <a:ea typeface="DM Sans"/>
              <a:cs typeface="DM Sans"/>
              <a:sym typeface="DM Sans"/>
            </a:endParaRPr>
          </a:p>
        </p:txBody>
      </p:sp>
      <p:sp>
        <p:nvSpPr>
          <p:cNvPr id="712" name="Google Shape;712;p37"/>
          <p:cNvSpPr txBox="1"/>
          <p:nvPr/>
        </p:nvSpPr>
        <p:spPr>
          <a:xfrm>
            <a:off x="3122628" y="3380629"/>
            <a:ext cx="16092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Brand Book</a:t>
            </a:r>
            <a:endParaRPr b="1">
              <a:solidFill>
                <a:srgbClr val="002060"/>
              </a:solidFill>
              <a:latin typeface="DM Sans"/>
              <a:ea typeface="DM Sans"/>
              <a:cs typeface="DM Sans"/>
              <a:sym typeface="DM Sans"/>
            </a:endParaRPr>
          </a:p>
        </p:txBody>
      </p:sp>
      <p:sp>
        <p:nvSpPr>
          <p:cNvPr id="713" name="Google Shape;713;p37"/>
          <p:cNvSpPr txBox="1"/>
          <p:nvPr/>
        </p:nvSpPr>
        <p:spPr>
          <a:xfrm>
            <a:off x="2834386" y="3701204"/>
            <a:ext cx="1920000" cy="66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Logos, color codes (HEX/RGB), fonts, and styling guidelines for generated quote documents.</a:t>
            </a:r>
            <a:endParaRPr sz="1100">
              <a:solidFill>
                <a:srgbClr val="0F2552"/>
              </a:solidFill>
              <a:latin typeface="DM Sans"/>
              <a:ea typeface="DM Sans"/>
              <a:cs typeface="DM Sans"/>
              <a:sym typeface="DM Sans"/>
            </a:endParaRPr>
          </a:p>
        </p:txBody>
      </p:sp>
      <p:sp>
        <p:nvSpPr>
          <p:cNvPr id="714" name="Google Shape;714;p37"/>
          <p:cNvSpPr txBox="1"/>
          <p:nvPr/>
        </p:nvSpPr>
        <p:spPr>
          <a:xfrm>
            <a:off x="5401286" y="3400245"/>
            <a:ext cx="16611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Sample Contracts</a:t>
            </a:r>
            <a:endParaRPr b="1">
              <a:solidFill>
                <a:srgbClr val="002060"/>
              </a:solidFill>
              <a:latin typeface="DM Sans"/>
              <a:ea typeface="DM Sans"/>
              <a:cs typeface="DM Sans"/>
              <a:sym typeface="DM Sans"/>
            </a:endParaRPr>
          </a:p>
        </p:txBody>
      </p:sp>
      <p:sp>
        <p:nvSpPr>
          <p:cNvPr id="715" name="Google Shape;715;p37"/>
          <p:cNvSpPr txBox="1"/>
          <p:nvPr/>
        </p:nvSpPr>
        <p:spPr>
          <a:xfrm>
            <a:off x="5066010" y="3701204"/>
            <a:ext cx="1920000" cy="5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800"/>
              <a:buFont typeface="Inter"/>
              <a:buNone/>
            </a:pPr>
            <a:r>
              <a:rPr lang="en" sz="1100">
                <a:solidFill>
                  <a:srgbClr val="0F2552"/>
                </a:solidFill>
                <a:latin typeface="DM Sans"/>
                <a:ea typeface="DM Sans"/>
                <a:cs typeface="DM Sans"/>
                <a:sym typeface="DM Sans"/>
              </a:rPr>
              <a:t>PDF or Word templates of current quotes and contracts to generate via dealhub</a:t>
            </a:r>
            <a:endParaRPr sz="1100">
              <a:solidFill>
                <a:srgbClr val="0F2552"/>
              </a:solidFill>
              <a:latin typeface="DM Sans"/>
              <a:ea typeface="DM Sans"/>
              <a:cs typeface="DM Sans"/>
              <a:sym typeface="DM Sans"/>
            </a:endParaRPr>
          </a:p>
        </p:txBody>
      </p:sp>
      <p:pic>
        <p:nvPicPr>
          <p:cNvPr id="716" name="Google Shape;716;p37" title="3.png"/>
          <p:cNvPicPr preferRelativeResize="0"/>
          <p:nvPr/>
        </p:nvPicPr>
        <p:blipFill>
          <a:blip r:embed="rId3">
            <a:alphaModFix/>
          </a:blip>
          <a:stretch>
            <a:fillRect/>
          </a:stretch>
        </p:blipFill>
        <p:spPr>
          <a:xfrm>
            <a:off x="575139" y="1864630"/>
            <a:ext cx="204689" cy="204689"/>
          </a:xfrm>
          <a:prstGeom prst="rect">
            <a:avLst/>
          </a:prstGeom>
          <a:noFill/>
          <a:ln>
            <a:noFill/>
          </a:ln>
        </p:spPr>
      </p:pic>
      <p:pic>
        <p:nvPicPr>
          <p:cNvPr id="717" name="Google Shape;717;p37" title="4.png"/>
          <p:cNvPicPr preferRelativeResize="0"/>
          <p:nvPr/>
        </p:nvPicPr>
        <p:blipFill>
          <a:blip r:embed="rId4">
            <a:alphaModFix/>
          </a:blip>
          <a:stretch>
            <a:fillRect/>
          </a:stretch>
        </p:blipFill>
        <p:spPr>
          <a:xfrm>
            <a:off x="5065335" y="1795706"/>
            <a:ext cx="204689" cy="270913"/>
          </a:xfrm>
          <a:prstGeom prst="rect">
            <a:avLst/>
          </a:prstGeom>
          <a:noFill/>
          <a:ln>
            <a:noFill/>
          </a:ln>
        </p:spPr>
      </p:pic>
      <p:pic>
        <p:nvPicPr>
          <p:cNvPr id="718" name="Google Shape;718;p37" title="6.png"/>
          <p:cNvPicPr preferRelativeResize="0"/>
          <p:nvPr/>
        </p:nvPicPr>
        <p:blipFill>
          <a:blip r:embed="rId5">
            <a:alphaModFix/>
          </a:blip>
          <a:stretch>
            <a:fillRect/>
          </a:stretch>
        </p:blipFill>
        <p:spPr>
          <a:xfrm>
            <a:off x="575133" y="3383187"/>
            <a:ext cx="268528" cy="182177"/>
          </a:xfrm>
          <a:prstGeom prst="rect">
            <a:avLst/>
          </a:prstGeom>
          <a:noFill/>
          <a:ln>
            <a:noFill/>
          </a:ln>
        </p:spPr>
      </p:pic>
      <p:pic>
        <p:nvPicPr>
          <p:cNvPr id="719" name="Google Shape;719;p37" title="7.png"/>
          <p:cNvPicPr preferRelativeResize="0"/>
          <p:nvPr/>
        </p:nvPicPr>
        <p:blipFill>
          <a:blip r:embed="rId6">
            <a:alphaModFix/>
          </a:blip>
          <a:stretch>
            <a:fillRect/>
          </a:stretch>
        </p:blipFill>
        <p:spPr>
          <a:xfrm>
            <a:off x="2840092" y="3358507"/>
            <a:ext cx="193005" cy="247501"/>
          </a:xfrm>
          <a:prstGeom prst="rect">
            <a:avLst/>
          </a:prstGeom>
          <a:noFill/>
          <a:ln>
            <a:noFill/>
          </a:ln>
        </p:spPr>
      </p:pic>
      <p:pic>
        <p:nvPicPr>
          <p:cNvPr id="720" name="Google Shape;720;p37" title="1.png"/>
          <p:cNvPicPr preferRelativeResize="0"/>
          <p:nvPr/>
        </p:nvPicPr>
        <p:blipFill>
          <a:blip r:embed="rId7">
            <a:alphaModFix/>
          </a:blip>
          <a:stretch>
            <a:fillRect/>
          </a:stretch>
        </p:blipFill>
        <p:spPr>
          <a:xfrm>
            <a:off x="2811698" y="1847972"/>
            <a:ext cx="268525" cy="203489"/>
          </a:xfrm>
          <a:prstGeom prst="rect">
            <a:avLst/>
          </a:prstGeom>
          <a:noFill/>
          <a:ln>
            <a:noFill/>
          </a:ln>
        </p:spPr>
      </p:pic>
      <p:pic>
        <p:nvPicPr>
          <p:cNvPr id="721" name="Google Shape;721;p37" title="9.png"/>
          <p:cNvPicPr preferRelativeResize="0"/>
          <p:nvPr/>
        </p:nvPicPr>
        <p:blipFill>
          <a:blip r:embed="rId8">
            <a:alphaModFix/>
          </a:blip>
          <a:stretch>
            <a:fillRect/>
          </a:stretch>
        </p:blipFill>
        <p:spPr>
          <a:xfrm>
            <a:off x="5066007" y="3359590"/>
            <a:ext cx="268525" cy="229364"/>
          </a:xfrm>
          <a:prstGeom prst="rect">
            <a:avLst/>
          </a:prstGeom>
          <a:noFill/>
          <a:ln>
            <a:noFill/>
          </a:ln>
        </p:spPr>
      </p:pic>
      <p:sp>
        <p:nvSpPr>
          <p:cNvPr id="722" name="Google Shape;722;p37"/>
          <p:cNvSpPr/>
          <p:nvPr/>
        </p:nvSpPr>
        <p:spPr>
          <a:xfrm>
            <a:off x="7203475" y="1594500"/>
            <a:ext cx="1661100" cy="2944800"/>
          </a:xfrm>
          <a:prstGeom prst="roundRect">
            <a:avLst>
              <a:gd fmla="val 5827" name="adj"/>
            </a:avLst>
          </a:prstGeom>
          <a:noFill/>
          <a:ln cap="flat" cmpd="sng" w="9525">
            <a:solidFill>
              <a:srgbClr val="6091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800"/>
              <a:buFont typeface="Arial"/>
              <a:buNone/>
            </a:pPr>
            <a:r>
              <a:t/>
            </a:r>
            <a:endParaRPr b="1">
              <a:solidFill>
                <a:schemeClr val="dk1"/>
              </a:solidFill>
              <a:latin typeface="DM Sans"/>
              <a:ea typeface="DM Sans"/>
              <a:cs typeface="DM Sans"/>
              <a:sym typeface="DM Sans"/>
            </a:endParaRPr>
          </a:p>
        </p:txBody>
      </p:sp>
      <p:sp>
        <p:nvSpPr>
          <p:cNvPr id="723" name="Google Shape;723;p37"/>
          <p:cNvSpPr txBox="1"/>
          <p:nvPr/>
        </p:nvSpPr>
        <p:spPr>
          <a:xfrm>
            <a:off x="7662078" y="1873050"/>
            <a:ext cx="1023900" cy="14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100"/>
              <a:buFont typeface="Poppins"/>
              <a:buNone/>
            </a:pPr>
            <a:r>
              <a:rPr b="1" lang="en">
                <a:solidFill>
                  <a:srgbClr val="002060"/>
                </a:solidFill>
                <a:latin typeface="DM Sans"/>
                <a:ea typeface="DM Sans"/>
                <a:cs typeface="DM Sans"/>
                <a:sym typeface="DM Sans"/>
              </a:rPr>
              <a:t>Invoice</a:t>
            </a:r>
            <a:endParaRPr i="0" u="none" cap="none" strike="noStrike">
              <a:solidFill>
                <a:srgbClr val="002060"/>
              </a:solidFill>
              <a:latin typeface="DM Sans"/>
              <a:ea typeface="DM Sans"/>
              <a:cs typeface="DM Sans"/>
              <a:sym typeface="DM Sans"/>
            </a:endParaRPr>
          </a:p>
        </p:txBody>
      </p:sp>
      <p:sp>
        <p:nvSpPr>
          <p:cNvPr id="724" name="Google Shape;724;p37"/>
          <p:cNvSpPr txBox="1"/>
          <p:nvPr/>
        </p:nvSpPr>
        <p:spPr>
          <a:xfrm>
            <a:off x="7203475" y="2273250"/>
            <a:ext cx="1482600" cy="1929600"/>
          </a:xfrm>
          <a:prstGeom prst="rect">
            <a:avLst/>
          </a:prstGeom>
          <a:noFill/>
          <a:ln>
            <a:noFill/>
          </a:ln>
        </p:spPr>
        <p:txBody>
          <a:bodyPr anchorCtr="0" anchor="ctr" bIns="0" lIns="0" spcFirstLastPara="1" rIns="0" wrap="square" tIns="0">
            <a:noAutofit/>
          </a:bodyPr>
          <a:lstStyle/>
          <a:p>
            <a:pPr indent="-83820" lvl="0" marL="274320" marR="0" rtl="0" algn="l">
              <a:spcBef>
                <a:spcPts val="0"/>
              </a:spcBef>
              <a:spcAft>
                <a:spcPts val="0"/>
              </a:spcAft>
              <a:buClr>
                <a:srgbClr val="0F2552"/>
              </a:buClr>
              <a:buSzPts val="600"/>
              <a:buFont typeface="DM Sans"/>
              <a:buChar char="●"/>
            </a:pPr>
            <a:r>
              <a:rPr lang="en" sz="1100">
                <a:solidFill>
                  <a:srgbClr val="0F2552"/>
                </a:solidFill>
                <a:latin typeface="DM Sans"/>
                <a:ea typeface="DM Sans"/>
                <a:cs typeface="DM Sans"/>
                <a:sym typeface="DM Sans"/>
              </a:rPr>
              <a:t>Invoice PDF for all billing scenarios </a:t>
            </a:r>
            <a:br>
              <a:rPr lang="en" sz="1100">
                <a:solidFill>
                  <a:srgbClr val="0F2552"/>
                </a:solidFill>
                <a:latin typeface="DM Sans"/>
                <a:ea typeface="DM Sans"/>
                <a:cs typeface="DM Sans"/>
                <a:sym typeface="DM Sans"/>
              </a:rPr>
            </a:br>
            <a:endParaRPr sz="1100">
              <a:solidFill>
                <a:srgbClr val="0F2552"/>
              </a:solidFill>
              <a:latin typeface="DM Sans"/>
              <a:ea typeface="DM Sans"/>
              <a:cs typeface="DM Sans"/>
              <a:sym typeface="DM Sans"/>
            </a:endParaRPr>
          </a:p>
          <a:p>
            <a:pPr indent="-83820" lvl="0" marL="274320" marR="0" rtl="0" algn="l">
              <a:spcBef>
                <a:spcPts val="0"/>
              </a:spcBef>
              <a:spcAft>
                <a:spcPts val="0"/>
              </a:spcAft>
              <a:buClr>
                <a:srgbClr val="0F2552"/>
              </a:buClr>
              <a:buSzPts val="600"/>
              <a:buFont typeface="DM Sans"/>
              <a:buChar char="●"/>
            </a:pPr>
            <a:r>
              <a:rPr lang="en" sz="1100">
                <a:solidFill>
                  <a:srgbClr val="0F2552"/>
                </a:solidFill>
                <a:latin typeface="DM Sans"/>
                <a:ea typeface="DM Sans"/>
                <a:cs typeface="DM Sans"/>
                <a:sym typeface="DM Sans"/>
              </a:rPr>
              <a:t>invoice email template (if invoicing is from DealHub)</a:t>
            </a:r>
            <a:br>
              <a:rPr lang="en" sz="1100">
                <a:solidFill>
                  <a:srgbClr val="0F2552"/>
                </a:solidFill>
                <a:latin typeface="DM Sans"/>
                <a:ea typeface="DM Sans"/>
                <a:cs typeface="DM Sans"/>
                <a:sym typeface="DM Sans"/>
              </a:rPr>
            </a:br>
            <a:endParaRPr sz="1100">
              <a:solidFill>
                <a:srgbClr val="0F2552"/>
              </a:solidFill>
              <a:latin typeface="DM Sans"/>
              <a:ea typeface="DM Sans"/>
              <a:cs typeface="DM Sans"/>
              <a:sym typeface="DM Sans"/>
            </a:endParaRPr>
          </a:p>
          <a:p>
            <a:pPr indent="-83820" lvl="0" marL="274320" marR="0" rtl="0" algn="l">
              <a:spcBef>
                <a:spcPts val="0"/>
              </a:spcBef>
              <a:spcAft>
                <a:spcPts val="0"/>
              </a:spcAft>
              <a:buClr>
                <a:srgbClr val="0F2552"/>
              </a:buClr>
              <a:buSzPts val="600"/>
              <a:buFont typeface="DM Sans"/>
              <a:buChar char="●"/>
            </a:pPr>
            <a:r>
              <a:rPr lang="en" sz="1100">
                <a:solidFill>
                  <a:srgbClr val="0F2552"/>
                </a:solidFill>
                <a:latin typeface="DM Sans"/>
                <a:ea typeface="DM Sans"/>
                <a:cs typeface="DM Sans"/>
                <a:sym typeface="DM Sans"/>
              </a:rPr>
              <a:t>Dunning email template</a:t>
            </a:r>
            <a:br>
              <a:rPr lang="en" sz="1100">
                <a:solidFill>
                  <a:srgbClr val="0F2552"/>
                </a:solidFill>
                <a:latin typeface="DM Sans"/>
                <a:ea typeface="DM Sans"/>
                <a:cs typeface="DM Sans"/>
                <a:sym typeface="DM Sans"/>
              </a:rPr>
            </a:br>
            <a:endParaRPr sz="1100">
              <a:solidFill>
                <a:srgbClr val="0F2552"/>
              </a:solidFill>
              <a:latin typeface="DM Sans"/>
              <a:ea typeface="DM Sans"/>
              <a:cs typeface="DM Sans"/>
              <a:sym typeface="DM Sans"/>
            </a:endParaRPr>
          </a:p>
          <a:p>
            <a:pPr indent="-83820" lvl="0" marL="274320" marR="0" rtl="0" algn="l">
              <a:spcBef>
                <a:spcPts val="0"/>
              </a:spcBef>
              <a:spcAft>
                <a:spcPts val="0"/>
              </a:spcAft>
              <a:buClr>
                <a:srgbClr val="0F2552"/>
              </a:buClr>
              <a:buSzPts val="600"/>
              <a:buFont typeface="DM Sans"/>
              <a:buChar char="●"/>
            </a:pPr>
            <a:r>
              <a:rPr lang="en" sz="1100">
                <a:solidFill>
                  <a:srgbClr val="0F2552"/>
                </a:solidFill>
                <a:latin typeface="DM Sans"/>
                <a:ea typeface="DM Sans"/>
                <a:cs typeface="DM Sans"/>
                <a:sym typeface="DM Sans"/>
              </a:rPr>
              <a:t>Credit memo PDF</a:t>
            </a:r>
            <a:endParaRPr sz="1100">
              <a:solidFill>
                <a:srgbClr val="0F2552"/>
              </a:solidFill>
              <a:latin typeface="DM Sans"/>
              <a:ea typeface="DM Sans"/>
              <a:cs typeface="DM Sans"/>
              <a:sym typeface="DM Sans"/>
            </a:endParaRPr>
          </a:p>
        </p:txBody>
      </p:sp>
      <p:pic>
        <p:nvPicPr>
          <p:cNvPr id="725" name="Google Shape;725;p37" title="3.png"/>
          <p:cNvPicPr preferRelativeResize="0"/>
          <p:nvPr/>
        </p:nvPicPr>
        <p:blipFill>
          <a:blip r:embed="rId3">
            <a:alphaModFix/>
          </a:blip>
          <a:stretch>
            <a:fillRect/>
          </a:stretch>
        </p:blipFill>
        <p:spPr>
          <a:xfrm>
            <a:off x="7393402" y="1864630"/>
            <a:ext cx="204689" cy="204689"/>
          </a:xfrm>
          <a:prstGeom prst="rect">
            <a:avLst/>
          </a:prstGeom>
          <a:noFill/>
          <a:ln>
            <a:noFill/>
          </a:ln>
        </p:spPr>
      </p:pic>
      <p:sp>
        <p:nvSpPr>
          <p:cNvPr id="726" name="Google Shape;726;p37"/>
          <p:cNvSpPr txBox="1"/>
          <p:nvPr/>
        </p:nvSpPr>
        <p:spPr>
          <a:xfrm>
            <a:off x="-50" y="4781325"/>
            <a:ext cx="9144000" cy="362100"/>
          </a:xfrm>
          <a:prstGeom prst="rect">
            <a:avLst/>
          </a:prstGeom>
          <a:solidFill>
            <a:schemeClr val="accent6"/>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latin typeface="DM Sans"/>
                <a:ea typeface="DM Sans"/>
                <a:cs typeface="DM Sans"/>
                <a:sym typeface="DM Sans"/>
              </a:rPr>
              <a:t>Use this layout for Q2R projects</a:t>
            </a:r>
            <a:endParaRPr>
              <a:solidFill>
                <a:srgbClr val="FF0000"/>
              </a:solidFill>
              <a:latin typeface="DM Sans"/>
              <a:ea typeface="DM Sans"/>
              <a:cs typeface="DM Sans"/>
              <a:sym typeface="DM Sans"/>
            </a:endParaRPr>
          </a:p>
        </p:txBody>
      </p:sp>
      <p:sp>
        <p:nvSpPr>
          <p:cNvPr id="727" name="Google Shape;727;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38"/>
          <p:cNvSpPr txBox="1"/>
          <p:nvPr/>
        </p:nvSpPr>
        <p:spPr>
          <a:xfrm>
            <a:off x="6946490" y="2875936"/>
            <a:ext cx="138600" cy="231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4" name="Google Shape;734;p38"/>
          <p:cNvSpPr txBox="1"/>
          <p:nvPr>
            <p:ph type="title"/>
          </p:nvPr>
        </p:nvSpPr>
        <p:spPr>
          <a:xfrm>
            <a:off x="334650" y="180975"/>
            <a:ext cx="7645800" cy="5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t>Recipe for Success</a:t>
            </a:r>
            <a:endParaRPr/>
          </a:p>
          <a:p>
            <a:pPr indent="0" lvl="0" marL="0" rtl="0" algn="l">
              <a:lnSpc>
                <a:spcPct val="100000"/>
              </a:lnSpc>
              <a:spcBef>
                <a:spcPts val="0"/>
              </a:spcBef>
              <a:spcAft>
                <a:spcPts val="0"/>
              </a:spcAft>
              <a:buSzPts val="2400"/>
              <a:buNone/>
            </a:pPr>
            <a:r>
              <a:t/>
            </a:r>
            <a:endParaRPr/>
          </a:p>
        </p:txBody>
      </p:sp>
      <p:sp>
        <p:nvSpPr>
          <p:cNvPr id="735" name="Google Shape;735;p38"/>
          <p:cNvSpPr txBox="1"/>
          <p:nvPr/>
        </p:nvSpPr>
        <p:spPr>
          <a:xfrm>
            <a:off x="651351" y="1115731"/>
            <a:ext cx="7329000" cy="3822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solidFill>
                  <a:srgbClr val="0F2552"/>
                </a:solidFill>
                <a:latin typeface="Source Serif 4"/>
                <a:ea typeface="Source Serif 4"/>
                <a:cs typeface="Source Serif 4"/>
                <a:sym typeface="Source Serif 4"/>
              </a:rPr>
              <a:t>Align clearly on roles &amp; responsibilities. </a:t>
            </a:r>
            <a:br>
              <a:rPr lang="en">
                <a:solidFill>
                  <a:srgbClr val="0F2552"/>
                </a:solidFill>
                <a:latin typeface="DM Sans"/>
                <a:ea typeface="DM Sans"/>
                <a:cs typeface="DM Sans"/>
                <a:sym typeface="DM Sans"/>
              </a:rPr>
            </a:br>
            <a:r>
              <a:rPr lang="en">
                <a:solidFill>
                  <a:srgbClr val="0F2552"/>
                </a:solidFill>
                <a:latin typeface="DM Sans"/>
                <a:ea typeface="DM Sans"/>
                <a:cs typeface="DM Sans"/>
                <a:sym typeface="DM Sans"/>
              </a:rPr>
              <a:t>Who leads the project, who’s on the core team, and who administers the system?</a:t>
            </a:r>
            <a:endParaRPr>
              <a:solidFill>
                <a:srgbClr val="0F2552"/>
              </a:solidFill>
              <a:latin typeface="DM Sans"/>
              <a:ea typeface="DM Sans"/>
              <a:cs typeface="DM Sans"/>
              <a:sym typeface="DM Sans"/>
            </a:endParaRPr>
          </a:p>
          <a:p>
            <a:pPr indent="0" lvl="0" marL="0" rtl="0" algn="l">
              <a:lnSpc>
                <a:spcPct val="150000"/>
              </a:lnSpc>
              <a:spcBef>
                <a:spcPts val="1000"/>
              </a:spcBef>
              <a:spcAft>
                <a:spcPts val="0"/>
              </a:spcAft>
              <a:buNone/>
            </a:pPr>
            <a:r>
              <a:rPr b="1" lang="en">
                <a:solidFill>
                  <a:srgbClr val="0F2552"/>
                </a:solidFill>
                <a:latin typeface="Source Serif 4"/>
                <a:ea typeface="Source Serif 4"/>
                <a:cs typeface="Source Serif 4"/>
                <a:sym typeface="Source Serif 4"/>
              </a:rPr>
              <a:t>Build better, not the same. </a:t>
            </a:r>
            <a:r>
              <a:rPr lang="en">
                <a:solidFill>
                  <a:srgbClr val="0F2552"/>
                </a:solidFill>
                <a:latin typeface="DM Sans"/>
                <a:ea typeface="DM Sans"/>
                <a:cs typeface="DM Sans"/>
                <a:sym typeface="DM Sans"/>
              </a:rPr>
              <a:t>Improve your process, don’t replicate. </a:t>
            </a:r>
            <a:endParaRPr b="1">
              <a:solidFill>
                <a:srgbClr val="0F2552"/>
              </a:solidFill>
              <a:latin typeface="DM Sans"/>
              <a:ea typeface="DM Sans"/>
              <a:cs typeface="DM Sans"/>
              <a:sym typeface="DM Sans"/>
            </a:endParaRPr>
          </a:p>
          <a:p>
            <a:pPr indent="0" lvl="0" marL="0" rtl="0" algn="l">
              <a:lnSpc>
                <a:spcPct val="150000"/>
              </a:lnSpc>
              <a:spcBef>
                <a:spcPts val="1000"/>
              </a:spcBef>
              <a:spcAft>
                <a:spcPts val="0"/>
              </a:spcAft>
              <a:buNone/>
            </a:pPr>
            <a:r>
              <a:rPr b="1" lang="en">
                <a:solidFill>
                  <a:srgbClr val="0F2552"/>
                </a:solidFill>
                <a:latin typeface="Source Serif 4"/>
                <a:ea typeface="Source Serif 4"/>
                <a:cs typeface="Source Serif 4"/>
                <a:sym typeface="Source Serif 4"/>
              </a:rPr>
              <a:t>Design for seller/customer journey. </a:t>
            </a:r>
            <a:r>
              <a:rPr lang="en">
                <a:solidFill>
                  <a:srgbClr val="0F2552"/>
                </a:solidFill>
                <a:latin typeface="DM Sans"/>
                <a:ea typeface="DM Sans"/>
                <a:cs typeface="DM Sans"/>
                <a:sym typeface="DM Sans"/>
              </a:rPr>
              <a:t>Their journey drives UX, adoption, and value.</a:t>
            </a:r>
            <a:endParaRPr>
              <a:solidFill>
                <a:srgbClr val="0F2552"/>
              </a:solidFill>
              <a:latin typeface="DM Sans"/>
              <a:ea typeface="DM Sans"/>
              <a:cs typeface="DM Sans"/>
              <a:sym typeface="DM Sans"/>
            </a:endParaRPr>
          </a:p>
          <a:p>
            <a:pPr indent="0" lvl="0" marL="0" rtl="0" algn="l">
              <a:lnSpc>
                <a:spcPct val="150000"/>
              </a:lnSpc>
              <a:spcBef>
                <a:spcPts val="1000"/>
              </a:spcBef>
              <a:spcAft>
                <a:spcPts val="0"/>
              </a:spcAft>
              <a:buNone/>
            </a:pPr>
            <a:r>
              <a:rPr b="1" lang="en">
                <a:solidFill>
                  <a:srgbClr val="0F2552"/>
                </a:solidFill>
                <a:latin typeface="Source Serif 4"/>
                <a:ea typeface="Source Serif 4"/>
                <a:cs typeface="Source Serif 4"/>
                <a:sym typeface="Source Serif 4"/>
              </a:rPr>
              <a:t>Work with the business. </a:t>
            </a:r>
            <a:r>
              <a:rPr lang="en">
                <a:solidFill>
                  <a:srgbClr val="0F2552"/>
                </a:solidFill>
                <a:latin typeface="DM Sans"/>
                <a:ea typeface="DM Sans"/>
                <a:cs typeface="DM Sans"/>
                <a:sym typeface="DM Sans"/>
              </a:rPr>
              <a:t>Drive the design, validate the solution.</a:t>
            </a:r>
            <a:endParaRPr>
              <a:solidFill>
                <a:srgbClr val="0F2552"/>
              </a:solidFill>
              <a:latin typeface="DM Sans"/>
              <a:ea typeface="DM Sans"/>
              <a:cs typeface="DM Sans"/>
              <a:sym typeface="DM Sans"/>
            </a:endParaRPr>
          </a:p>
          <a:p>
            <a:pPr indent="0" lvl="0" marL="0" rtl="0" algn="l">
              <a:lnSpc>
                <a:spcPct val="150000"/>
              </a:lnSpc>
              <a:spcBef>
                <a:spcPts val="1000"/>
              </a:spcBef>
              <a:spcAft>
                <a:spcPts val="0"/>
              </a:spcAft>
              <a:buNone/>
            </a:pPr>
            <a:r>
              <a:rPr b="1" lang="en">
                <a:solidFill>
                  <a:srgbClr val="0F2552"/>
                </a:solidFill>
                <a:latin typeface="Source Serif 4"/>
                <a:ea typeface="Source Serif 4"/>
                <a:cs typeface="Source Serif 4"/>
                <a:sym typeface="Source Serif 4"/>
              </a:rPr>
              <a:t>Build for maintainability.</a:t>
            </a:r>
            <a:r>
              <a:rPr lang="en">
                <a:solidFill>
                  <a:srgbClr val="0F2552"/>
                </a:solidFill>
                <a:latin typeface="Source Serif 4 Black"/>
                <a:ea typeface="Source Serif 4 Black"/>
                <a:cs typeface="Source Serif 4 Black"/>
                <a:sym typeface="Source Serif 4 Black"/>
              </a:rPr>
              <a:t> </a:t>
            </a:r>
            <a:r>
              <a:rPr lang="en">
                <a:solidFill>
                  <a:srgbClr val="0F2552"/>
                </a:solidFill>
                <a:latin typeface="DM Sans"/>
                <a:ea typeface="DM Sans"/>
                <a:cs typeface="DM Sans"/>
                <a:sym typeface="DM Sans"/>
              </a:rPr>
              <a:t>Easy to manage, adapt, and scale over time</a:t>
            </a:r>
            <a:endParaRPr>
              <a:solidFill>
                <a:srgbClr val="0F2552"/>
              </a:solidFill>
              <a:latin typeface="DM Sans"/>
              <a:ea typeface="DM Sans"/>
              <a:cs typeface="DM Sans"/>
              <a:sym typeface="DM Sans"/>
            </a:endParaRPr>
          </a:p>
          <a:p>
            <a:pPr indent="0" lvl="0" marL="0" rtl="0" algn="l">
              <a:lnSpc>
                <a:spcPct val="150000"/>
              </a:lnSpc>
              <a:spcBef>
                <a:spcPts val="1000"/>
              </a:spcBef>
              <a:spcAft>
                <a:spcPts val="0"/>
              </a:spcAft>
              <a:buNone/>
            </a:pPr>
            <a:r>
              <a:rPr b="1" lang="en">
                <a:solidFill>
                  <a:srgbClr val="0F2552"/>
                </a:solidFill>
                <a:latin typeface="Source Serif 4"/>
                <a:ea typeface="Source Serif 4"/>
                <a:cs typeface="Source Serif 4"/>
                <a:sym typeface="Source Serif 4"/>
              </a:rPr>
              <a:t>Work in an agile, iterative way. </a:t>
            </a:r>
            <a:r>
              <a:rPr lang="en">
                <a:solidFill>
                  <a:srgbClr val="0F2552"/>
                </a:solidFill>
                <a:latin typeface="DM Sans"/>
                <a:ea typeface="DM Sans"/>
                <a:cs typeface="DM Sans"/>
                <a:sym typeface="DM Sans"/>
              </a:rPr>
              <a:t> Deliver value early, learn fast, and adjust as we go</a:t>
            </a:r>
            <a:endParaRPr>
              <a:solidFill>
                <a:srgbClr val="0F2552"/>
              </a:solidFill>
              <a:latin typeface="DM Sans"/>
              <a:ea typeface="DM Sans"/>
              <a:cs typeface="DM Sans"/>
              <a:sym typeface="DM Sans"/>
            </a:endParaRPr>
          </a:p>
          <a:p>
            <a:pPr indent="0" lvl="0" marL="0" rtl="0" algn="l">
              <a:lnSpc>
                <a:spcPct val="150000"/>
              </a:lnSpc>
              <a:spcBef>
                <a:spcPts val="1000"/>
              </a:spcBef>
              <a:spcAft>
                <a:spcPts val="1000"/>
              </a:spcAft>
              <a:buNone/>
            </a:pPr>
            <a:r>
              <a:rPr b="1" lang="en">
                <a:solidFill>
                  <a:srgbClr val="0F2552"/>
                </a:solidFill>
                <a:latin typeface="Source Serif 4"/>
                <a:ea typeface="Source Serif 4"/>
                <a:cs typeface="Source Serif 4"/>
                <a:sym typeface="Source Serif 4"/>
              </a:rPr>
              <a:t>Keep it simple (KISS).</a:t>
            </a:r>
            <a:r>
              <a:rPr lang="en">
                <a:solidFill>
                  <a:srgbClr val="0F2552"/>
                </a:solidFill>
                <a:latin typeface="Source Serif 4 Black"/>
                <a:ea typeface="Source Serif 4 Black"/>
                <a:cs typeface="Source Serif 4 Black"/>
                <a:sym typeface="Source Serif 4 Black"/>
              </a:rPr>
              <a:t> </a:t>
            </a:r>
            <a:r>
              <a:rPr lang="en">
                <a:solidFill>
                  <a:srgbClr val="0F2552"/>
                </a:solidFill>
                <a:latin typeface="DM Sans"/>
                <a:ea typeface="DM Sans"/>
                <a:cs typeface="DM Sans"/>
                <a:sym typeface="DM Sans"/>
              </a:rPr>
              <a:t>Simplicity accelerates adoption and long-term success</a:t>
            </a:r>
            <a:endParaRPr>
              <a:solidFill>
                <a:srgbClr val="0F2552"/>
              </a:solidFill>
              <a:latin typeface="DM Sans"/>
              <a:ea typeface="DM Sans"/>
              <a:cs typeface="DM Sans"/>
              <a:sym typeface="DM Sans"/>
            </a:endParaRPr>
          </a:p>
        </p:txBody>
      </p:sp>
      <p:cxnSp>
        <p:nvCxnSpPr>
          <p:cNvPr id="736" name="Google Shape;736;p38"/>
          <p:cNvCxnSpPr/>
          <p:nvPr/>
        </p:nvCxnSpPr>
        <p:spPr>
          <a:xfrm>
            <a:off x="452900" y="1859069"/>
            <a:ext cx="7470300" cy="0"/>
          </a:xfrm>
          <a:prstGeom prst="straightConnector1">
            <a:avLst/>
          </a:prstGeom>
          <a:noFill/>
          <a:ln cap="flat" cmpd="sng" w="9525">
            <a:solidFill>
              <a:srgbClr val="CCCCCC"/>
            </a:solidFill>
            <a:prstDash val="solid"/>
            <a:round/>
            <a:headEnd len="med" w="med" type="none"/>
            <a:tailEnd len="med" w="med" type="none"/>
          </a:ln>
        </p:spPr>
      </p:cxnSp>
      <p:cxnSp>
        <p:nvCxnSpPr>
          <p:cNvPr id="737" name="Google Shape;737;p38"/>
          <p:cNvCxnSpPr/>
          <p:nvPr/>
        </p:nvCxnSpPr>
        <p:spPr>
          <a:xfrm>
            <a:off x="452900" y="2338731"/>
            <a:ext cx="7470300" cy="0"/>
          </a:xfrm>
          <a:prstGeom prst="straightConnector1">
            <a:avLst/>
          </a:prstGeom>
          <a:noFill/>
          <a:ln cap="flat" cmpd="sng" w="9525">
            <a:solidFill>
              <a:srgbClr val="CCCCCC"/>
            </a:solidFill>
            <a:prstDash val="solid"/>
            <a:round/>
            <a:headEnd len="med" w="med" type="none"/>
            <a:tailEnd len="med" w="med" type="none"/>
          </a:ln>
        </p:spPr>
      </p:cxnSp>
      <p:cxnSp>
        <p:nvCxnSpPr>
          <p:cNvPr id="738" name="Google Shape;738;p38"/>
          <p:cNvCxnSpPr/>
          <p:nvPr/>
        </p:nvCxnSpPr>
        <p:spPr>
          <a:xfrm>
            <a:off x="452900" y="2791169"/>
            <a:ext cx="7470300" cy="0"/>
          </a:xfrm>
          <a:prstGeom prst="straightConnector1">
            <a:avLst/>
          </a:prstGeom>
          <a:noFill/>
          <a:ln cap="flat" cmpd="sng" w="9525">
            <a:solidFill>
              <a:srgbClr val="CCCCCC"/>
            </a:solidFill>
            <a:prstDash val="solid"/>
            <a:round/>
            <a:headEnd len="med" w="med" type="none"/>
            <a:tailEnd len="med" w="med" type="none"/>
          </a:ln>
        </p:spPr>
      </p:cxnSp>
      <p:cxnSp>
        <p:nvCxnSpPr>
          <p:cNvPr id="739" name="Google Shape;739;p38"/>
          <p:cNvCxnSpPr/>
          <p:nvPr/>
        </p:nvCxnSpPr>
        <p:spPr>
          <a:xfrm>
            <a:off x="452900" y="3213006"/>
            <a:ext cx="7470300" cy="0"/>
          </a:xfrm>
          <a:prstGeom prst="straightConnector1">
            <a:avLst/>
          </a:prstGeom>
          <a:noFill/>
          <a:ln cap="flat" cmpd="sng" w="9525">
            <a:solidFill>
              <a:srgbClr val="CCCCCC"/>
            </a:solidFill>
            <a:prstDash val="solid"/>
            <a:round/>
            <a:headEnd len="med" w="med" type="none"/>
            <a:tailEnd len="med" w="med" type="none"/>
          </a:ln>
        </p:spPr>
      </p:cxnSp>
      <p:cxnSp>
        <p:nvCxnSpPr>
          <p:cNvPr id="740" name="Google Shape;740;p38"/>
          <p:cNvCxnSpPr/>
          <p:nvPr/>
        </p:nvCxnSpPr>
        <p:spPr>
          <a:xfrm>
            <a:off x="452900" y="3668806"/>
            <a:ext cx="7470300" cy="0"/>
          </a:xfrm>
          <a:prstGeom prst="straightConnector1">
            <a:avLst/>
          </a:prstGeom>
          <a:noFill/>
          <a:ln cap="flat" cmpd="sng" w="9525">
            <a:solidFill>
              <a:srgbClr val="CCCCCC"/>
            </a:solidFill>
            <a:prstDash val="solid"/>
            <a:round/>
            <a:headEnd len="med" w="med" type="none"/>
            <a:tailEnd len="med" w="med" type="none"/>
          </a:ln>
        </p:spPr>
      </p:cxnSp>
      <p:cxnSp>
        <p:nvCxnSpPr>
          <p:cNvPr id="741" name="Google Shape;741;p38"/>
          <p:cNvCxnSpPr/>
          <p:nvPr/>
        </p:nvCxnSpPr>
        <p:spPr>
          <a:xfrm>
            <a:off x="452900" y="4122975"/>
            <a:ext cx="7470300" cy="0"/>
          </a:xfrm>
          <a:prstGeom prst="straightConnector1">
            <a:avLst/>
          </a:prstGeom>
          <a:noFill/>
          <a:ln cap="flat" cmpd="sng" w="9525">
            <a:solidFill>
              <a:srgbClr val="CCCCCC"/>
            </a:solidFill>
            <a:prstDash val="solid"/>
            <a:round/>
            <a:headEnd len="med" w="med" type="none"/>
            <a:tailEnd len="med" w="med" type="none"/>
          </a:ln>
        </p:spPr>
      </p:cxnSp>
      <p:pic>
        <p:nvPicPr>
          <p:cNvPr id="742" name="Google Shape;742;p38" title="3.png"/>
          <p:cNvPicPr preferRelativeResize="0"/>
          <p:nvPr/>
        </p:nvPicPr>
        <p:blipFill>
          <a:blip r:embed="rId3">
            <a:alphaModFix/>
          </a:blip>
          <a:stretch>
            <a:fillRect/>
          </a:stretch>
        </p:blipFill>
        <p:spPr>
          <a:xfrm>
            <a:off x="452900" y="1245809"/>
            <a:ext cx="135075" cy="144175"/>
          </a:xfrm>
          <a:prstGeom prst="rect">
            <a:avLst/>
          </a:prstGeom>
          <a:noFill/>
          <a:ln>
            <a:noFill/>
          </a:ln>
        </p:spPr>
      </p:pic>
      <p:pic>
        <p:nvPicPr>
          <p:cNvPr id="743" name="Google Shape;743;p38" title="3.png"/>
          <p:cNvPicPr preferRelativeResize="0"/>
          <p:nvPr/>
        </p:nvPicPr>
        <p:blipFill>
          <a:blip r:embed="rId3">
            <a:alphaModFix/>
          </a:blip>
          <a:stretch>
            <a:fillRect/>
          </a:stretch>
        </p:blipFill>
        <p:spPr>
          <a:xfrm>
            <a:off x="452900" y="2004665"/>
            <a:ext cx="135075" cy="144175"/>
          </a:xfrm>
          <a:prstGeom prst="rect">
            <a:avLst/>
          </a:prstGeom>
          <a:noFill/>
          <a:ln>
            <a:noFill/>
          </a:ln>
        </p:spPr>
      </p:pic>
      <p:pic>
        <p:nvPicPr>
          <p:cNvPr id="744" name="Google Shape;744;p38" title="3.png"/>
          <p:cNvPicPr preferRelativeResize="0"/>
          <p:nvPr/>
        </p:nvPicPr>
        <p:blipFill>
          <a:blip r:embed="rId3">
            <a:alphaModFix/>
          </a:blip>
          <a:stretch>
            <a:fillRect/>
          </a:stretch>
        </p:blipFill>
        <p:spPr>
          <a:xfrm>
            <a:off x="452900" y="2465127"/>
            <a:ext cx="135075" cy="144175"/>
          </a:xfrm>
          <a:prstGeom prst="rect">
            <a:avLst/>
          </a:prstGeom>
          <a:noFill/>
          <a:ln>
            <a:noFill/>
          </a:ln>
        </p:spPr>
      </p:pic>
      <p:pic>
        <p:nvPicPr>
          <p:cNvPr id="745" name="Google Shape;745;p38" title="3.png"/>
          <p:cNvPicPr preferRelativeResize="0"/>
          <p:nvPr/>
        </p:nvPicPr>
        <p:blipFill>
          <a:blip r:embed="rId3">
            <a:alphaModFix/>
          </a:blip>
          <a:stretch>
            <a:fillRect/>
          </a:stretch>
        </p:blipFill>
        <p:spPr>
          <a:xfrm>
            <a:off x="452900" y="2913715"/>
            <a:ext cx="135075" cy="144175"/>
          </a:xfrm>
          <a:prstGeom prst="rect">
            <a:avLst/>
          </a:prstGeom>
          <a:noFill/>
          <a:ln>
            <a:noFill/>
          </a:ln>
        </p:spPr>
      </p:pic>
      <p:pic>
        <p:nvPicPr>
          <p:cNvPr id="746" name="Google Shape;746;p38" title="3.png"/>
          <p:cNvPicPr preferRelativeResize="0"/>
          <p:nvPr/>
        </p:nvPicPr>
        <p:blipFill>
          <a:blip r:embed="rId3">
            <a:alphaModFix/>
          </a:blip>
          <a:stretch>
            <a:fillRect/>
          </a:stretch>
        </p:blipFill>
        <p:spPr>
          <a:xfrm>
            <a:off x="452900" y="3362284"/>
            <a:ext cx="135075" cy="144175"/>
          </a:xfrm>
          <a:prstGeom prst="rect">
            <a:avLst/>
          </a:prstGeom>
          <a:noFill/>
          <a:ln>
            <a:noFill/>
          </a:ln>
        </p:spPr>
      </p:pic>
      <p:pic>
        <p:nvPicPr>
          <p:cNvPr id="747" name="Google Shape;747;p38" title="3.png"/>
          <p:cNvPicPr preferRelativeResize="0"/>
          <p:nvPr/>
        </p:nvPicPr>
        <p:blipFill>
          <a:blip r:embed="rId3">
            <a:alphaModFix/>
          </a:blip>
          <a:stretch>
            <a:fillRect/>
          </a:stretch>
        </p:blipFill>
        <p:spPr>
          <a:xfrm>
            <a:off x="452900" y="3806090"/>
            <a:ext cx="135075" cy="144175"/>
          </a:xfrm>
          <a:prstGeom prst="rect">
            <a:avLst/>
          </a:prstGeom>
          <a:noFill/>
          <a:ln>
            <a:noFill/>
          </a:ln>
        </p:spPr>
      </p:pic>
      <p:pic>
        <p:nvPicPr>
          <p:cNvPr id="748" name="Google Shape;748;p38" title="3.png"/>
          <p:cNvPicPr preferRelativeResize="0"/>
          <p:nvPr/>
        </p:nvPicPr>
        <p:blipFill>
          <a:blip r:embed="rId3">
            <a:alphaModFix/>
          </a:blip>
          <a:stretch>
            <a:fillRect/>
          </a:stretch>
        </p:blipFill>
        <p:spPr>
          <a:xfrm>
            <a:off x="452900" y="4252815"/>
            <a:ext cx="135075" cy="144175"/>
          </a:xfrm>
          <a:prstGeom prst="rect">
            <a:avLst/>
          </a:prstGeom>
          <a:noFill/>
          <a:ln>
            <a:noFill/>
          </a:ln>
        </p:spPr>
      </p:pic>
      <p:sp>
        <p:nvSpPr>
          <p:cNvPr id="749" name="Google Shape;749;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39"/>
          <p:cNvSpPr txBox="1"/>
          <p:nvPr/>
        </p:nvSpPr>
        <p:spPr>
          <a:xfrm>
            <a:off x="446850" y="2951575"/>
            <a:ext cx="7149600" cy="9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Caveat"/>
                <a:ea typeface="Caveat"/>
                <a:cs typeface="Caveat"/>
                <a:sym typeface="Caveat"/>
              </a:rPr>
              <a:t>Welcome on board .</a:t>
            </a:r>
            <a:endParaRPr sz="2400">
              <a:solidFill>
                <a:schemeClr val="lt1"/>
              </a:solidFill>
              <a:latin typeface="Caveat"/>
              <a:ea typeface="Caveat"/>
              <a:cs typeface="Caveat"/>
              <a:sym typeface="Caveat"/>
            </a:endParaRPr>
          </a:p>
        </p:txBody>
      </p:sp>
      <p:sp>
        <p:nvSpPr>
          <p:cNvPr id="755" name="Google Shape;75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lnSpcReduction="10000"/>
          </a:bodyPr>
          <a:lstStyle/>
          <a:p>
            <a:pPr indent="0" lvl="0" marL="0" rtl="0" algn="r">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 Theme 2026">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